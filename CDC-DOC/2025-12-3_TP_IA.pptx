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fr-F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606765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407827400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10/30/2013</a:t>
            </a:fld>
            <a:endParaRPr lang="fr-FR"/>
          </a:p>
        </p:txBody>
      </p:sp>
      <p:sp>
        <p:nvSpPr>
          <p:cNvPr id="95230371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382916311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934054279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76230818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656722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26405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2031388209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176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70332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046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ECED68-09D4-A7AA-FD75-A58447F770F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6682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1369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88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E61425-8448-2ACA-F6AB-01A0C6BF6D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43317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0767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123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5E8D75-4C41-C914-D41E-5FC8DD7CCF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912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07236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84357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6E12B5-523D-2A21-DDAF-B6E5875AFC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31000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05858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446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EF5936-1FD3-99F0-C578-2E0C81C2662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3AD44C-6E64-BA60-B9F1-401570180DF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296651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63992810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8702093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53731662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64311224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12097087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3172175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730882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529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60594880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3538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6538245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181751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439173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842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9032718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659861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146694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962403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911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4475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9282096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7293928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4084451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17626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629904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7837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7299251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0141134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042485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3253962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0030187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937468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10828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327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4116087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027190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2571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84082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8414486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010942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732089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09104129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523417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2849807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5478872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0391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98879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3788091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210058999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6631728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661793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93050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3664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5225195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3053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456654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74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16723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396967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765429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210799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939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903860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63210805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22054757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59355745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539535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798060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1354244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47486075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media1.svg"/><Relationship Id="rId5" Type="http://schemas.openxmlformats.org/officeDocument/2006/relationships/image" Target="../media/image3.png"/><Relationship Id="rId6" Type="http://schemas.openxmlformats.org/officeDocument/2006/relationships/image" Target="../media/media2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0512314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Présentation Projet IA</a:t>
            </a:r>
            <a:endParaRPr lang="fr-FR"/>
          </a:p>
        </p:txBody>
      </p:sp>
      <p:sp>
        <p:nvSpPr>
          <p:cNvPr id="1537067561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Base du projet Fil rouge – Gestion de temps</a:t>
            </a: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55705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Présentation du projet</a:t>
            </a:r>
            <a:endParaRPr/>
          </a:p>
        </p:txBody>
      </p:sp>
      <p:sp>
        <p:nvSpPr>
          <p:cNvPr id="108452594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Projet : Outil de gestion de temps de travail. </a:t>
            </a:r>
            <a:endParaRPr lang="fr-FR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tableau de bord</a:t>
            </a:r>
            <a:endParaRPr lang="fr-FR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calendrier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retours des chiffres, 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des utilisateur pour les responsable et les employés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gestion et création de client (des entreprises), 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la possibilité de créer/gérer des projets via un callendrier et 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créer/gérer des taches d'un projets dans un calendrier, 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page de profil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page de Paramètre avec le choix de la couleur d'affichage (sombre/clair)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2">
              <a:defRPr/>
            </a:pPr>
            <a:r>
              <a:rPr lang="fr-FR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les mentions légales, </a:t>
            </a:r>
            <a:endParaRPr lang="fr-FR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2">
              <a:defRPr/>
            </a:pPr>
            <a:r>
              <a:rPr lang="fr-FR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les conditions générales</a:t>
            </a:r>
            <a:endParaRPr lang="fr-FR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2">
              <a:defRPr/>
            </a:pPr>
            <a:r>
              <a:rPr lang="fr-FR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la politique de confidentialité.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19791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  <a:t>Création UML</a:t>
            </a:r>
            <a:endParaRPr/>
          </a:p>
        </p:txBody>
      </p:sp>
      <p:sp>
        <p:nvSpPr>
          <p:cNvPr id="111678743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5578763" cy="262832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Je demande à l’IA : </a:t>
            </a:r>
            <a:endParaRPr/>
          </a:p>
          <a:p>
            <a:pPr lvl="1">
              <a:defRPr/>
            </a:pPr>
            <a:r>
              <a:rPr lang="fr-FR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diagramme de classes,</a:t>
            </a: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cs typeface="Arial"/>
            </a:endParaRPr>
          </a:p>
          <a:p>
            <a:pPr lvl="1">
              <a:defRPr/>
            </a:pPr>
            <a:r>
              <a:rPr lang="fr-FR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cas d’usage,</a:t>
            </a:r>
            <a:endParaRPr lang="fr-FR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fr-FR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séquences.</a:t>
            </a:r>
            <a:endParaRPr lang="fr-FR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marL="457200" lvl="1" indent="0">
              <a:buFont typeface="Arial"/>
              <a:buNone/>
              <a:defRPr/>
            </a:pPr>
            <a:endParaRPr lang="fr-FR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037986989" name="Content Placeholder 2"/>
          <p:cNvSpPr>
            <a:spLocks noGrp="1"/>
          </p:cNvSpPr>
          <p:nvPr/>
        </p:nvSpPr>
        <p:spPr bwMode="auto">
          <a:xfrm flipH="0" flipV="0">
            <a:off x="6188363" y="1752599"/>
            <a:ext cx="5531749" cy="254808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342900" indent="-342900" algn="l" defTabSz="914400" rtl="0">
              <a:spcBef>
                <a:spcPts val="0"/>
              </a:spcBef>
              <a:buFont typeface="Arial"/>
              <a:buChar char="•"/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>
              <a:spcBef>
                <a:spcPts val="0"/>
              </a:spcBef>
              <a:buFont typeface="Arial"/>
              <a:buChar char="–"/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spcBef>
                <a:spcPts val="0"/>
              </a:spcBef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spcBef>
                <a:spcPts val="0"/>
              </a:spcBef>
              <a:buFont typeface="Arial"/>
              <a:buChar char="–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spcBef>
                <a:spcPts val="0"/>
              </a:spcBef>
              <a:buFont typeface="Arial"/>
              <a:buChar char="»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Arial"/>
              <a:buChar char="•"/>
              <a:defRPr/>
            </a:pPr>
            <a:r>
              <a:rPr lang="fr-FR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Je corrige et j’obtiens plusieurs corrections</a:t>
            </a:r>
            <a:endParaRPr lang="fr-FR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marL="457200" lvl="1" indent="0">
              <a:buFont typeface="Arial"/>
              <a:buNone/>
              <a:defRPr/>
            </a:pPr>
            <a:endParaRPr lang="fr-FR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endParaRPr lang="fr-FR" sz="2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8658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Création UML</a:t>
            </a:r>
            <a:endParaRPr/>
          </a:p>
        </p:txBody>
      </p:sp>
      <p:pic>
        <p:nvPicPr>
          <p:cNvPr id="1830950479" name=""/>
          <p:cNvPicPr>
            <a:picLocks noChangeAspect="1"/>
          </p:cNvPicPr>
          <p:nvPr/>
        </p:nvPicPr>
        <p:blipFill rotWithShape="1">
          <a:blip r:embed="rId3"/>
          <a:srcRect l="32020" t="0" r="31420" b="0"/>
          <a:stretch/>
        </p:blipFill>
        <p:spPr bwMode="auto">
          <a:xfrm rot="0" flipH="0" flipV="0">
            <a:off x="2731815" y="141635"/>
            <a:ext cx="4244431" cy="6574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54618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  <a:t>Création du wareframe</a:t>
            </a:r>
            <a:endParaRPr/>
          </a:p>
        </p:txBody>
      </p:sp>
      <p:sp>
        <p:nvSpPr>
          <p:cNvPr id="15368685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10972800" cy="607866"/>
          </a:xfrm>
        </p:spPr>
        <p:txBody>
          <a:bodyPr/>
          <a:lstStyle/>
          <a:p>
            <a:pPr>
              <a:defRPr/>
            </a:pPr>
            <a:r>
              <a:rPr lang="fr-FR" sz="26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Crée un wireframe des pages et qu'elles soient responsive.</a:t>
            </a:r>
            <a:endParaRPr sz="2600"/>
          </a:p>
        </p:txBody>
      </p:sp>
      <p:pic>
        <p:nvPicPr>
          <p:cNvPr id="1606811468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706249" y="2180413"/>
            <a:ext cx="6529786" cy="4081116"/>
          </a:xfrm>
          <a:prstGeom prst="rect">
            <a:avLst/>
          </a:prstGeom>
        </p:spPr>
      </p:pic>
      <p:pic>
        <p:nvPicPr>
          <p:cNvPr id="586895404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997272" y="2208067"/>
            <a:ext cx="2987386" cy="3983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2798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Création du front</a:t>
            </a:r>
            <a:endParaRPr/>
          </a:p>
        </p:txBody>
      </p:sp>
      <p:sp>
        <p:nvSpPr>
          <p:cNvPr id="19924415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0972800" cy="132945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/>
              <a:t>Utilisation d’un agent IA</a:t>
            </a:r>
            <a:endParaRPr/>
          </a:p>
          <a:p>
            <a:pPr>
              <a:defRPr/>
            </a:pPr>
            <a:r>
              <a:rPr/>
              <a:t>Avec correction un version simplifié du wireframe</a:t>
            </a:r>
            <a:endParaRPr/>
          </a:p>
          <a:p>
            <a:pPr>
              <a:defRPr/>
            </a:pPr>
            <a:r>
              <a:rPr/>
              <a:t>Utilisation de Json pour sauvegarder des données</a:t>
            </a:r>
            <a:endParaRPr/>
          </a:p>
        </p:txBody>
      </p:sp>
      <p:pic>
        <p:nvPicPr>
          <p:cNvPr id="8025954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4317" y="2929658"/>
            <a:ext cx="7534886" cy="3735588"/>
          </a:xfrm>
          <a:prstGeom prst="rect">
            <a:avLst/>
          </a:prstGeom>
        </p:spPr>
      </p:pic>
      <p:pic>
        <p:nvPicPr>
          <p:cNvPr id="6241171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108853" y="2871931"/>
            <a:ext cx="2916478" cy="37234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2427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  <a:t>Création du </a:t>
            </a:r>
            <a:r>
              <a:rPr/>
              <a:t> Back</a:t>
            </a:r>
            <a:endParaRPr/>
          </a:p>
        </p:txBody>
      </p:sp>
      <p:sp>
        <p:nvSpPr>
          <p:cNvPr id="172382082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0972800" cy="16902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>
              <a:defRPr/>
            </a:pP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Utilisation d’un agent IA</a:t>
            </a:r>
            <a:endParaRPr sz="3200"/>
          </a:p>
          <a:p>
            <a:pPr>
              <a:defRPr/>
            </a:pP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Utilisation du front et intégration</a:t>
            </a: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d’un CRUD simplifié</a:t>
            </a:r>
            <a:endParaRPr sz="3200"/>
          </a:p>
          <a:p>
            <a:pPr>
              <a:defRPr/>
            </a:pP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Utilisation de SQLite à la place de Json pour la data.</a:t>
            </a:r>
            <a:endParaRPr lang="fr-FR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Json non supprimer, à faire corriger</a:t>
            </a:r>
            <a:endParaRPr lang="fr-FR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fr-FR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Non utilisation de postman pour les tests</a:t>
            </a:r>
            <a:endParaRPr/>
          </a:p>
        </p:txBody>
      </p:sp>
      <p:pic>
        <p:nvPicPr>
          <p:cNvPr id="63944088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85905" y="3651249"/>
            <a:ext cx="8375684" cy="2779029"/>
          </a:xfrm>
          <a:prstGeom prst="rect">
            <a:avLst/>
          </a:prstGeom>
        </p:spPr>
      </p:pic>
      <p:pic>
        <p:nvPicPr>
          <p:cNvPr id="153467372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949204" y="2261715"/>
            <a:ext cx="2921830" cy="41685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2025-12-04T15:38:52Z</dcterms:modified>
</cp:coreProperties>
</file>