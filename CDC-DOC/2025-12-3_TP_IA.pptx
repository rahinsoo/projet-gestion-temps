
<file path=[Content_Types].xml><?xml version="1.0" encoding="utf-8"?>
<Types xmlns="http://schemas.openxmlformats.org/package/2006/content-types">
  <Default Extension="xml" ContentType="application/xml"/>
  <Default Extension="svg" ContentType="image/svg+xml"/>
  <Default Extension="wmf" ContentType="image/x-wmf"/>
  <Default Extension="bin" ContentType="application/vnd.openxmlformats-officedocument.oleObject"/>
  <Default Extension="rels" ContentType="application/vnd.openxmlformats-package.relationships+xml"/>
  <Default Extension="jpeg" ContentType="image/jpeg"/>
  <Default Extension="png" ContentType="image/png"/>
  <Override PartName="/ppt/notesSlides/notesSlide6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1.xml" ContentType="application/vnd.openxmlformats-officedocument.presentationml.notesSlide+xml"/>
  <Override PartName="/ppt/slides/slide5.xml" ContentType="application/vnd.openxmlformats-officedocument.presentationml.slide+xml"/>
  <Override PartName="/ppt/slides/slide4.xml" ContentType="application/vnd.openxmlformats-officedocument.presentationml.slide+xml"/>
  <Override PartName="/ppt/slides/slide2.xml" ContentType="application/vnd.openxmlformats-officedocument.presentationml.slide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notesMasters/notesMaster1.xml" ContentType="application/vnd.openxmlformats-officedocument.presentationml.notesMaster+xml"/>
  <Override PartName="/ppt/slideLayouts/slideLayout6.xml" ContentType="application/vnd.openxmlformats-officedocument.presentationml.slideLayout+xml"/>
  <Override PartName="/docProps/core.xml" ContentType="application/vnd.openxmlformats-package.core-properties+xml"/>
  <Override PartName="/ppt/slideLayouts/slideLayout8.xml" ContentType="application/vnd.openxmlformats-officedocument.presentationml.slideLayout+xml"/>
  <Override PartName="/ppt/presProps.xml" ContentType="application/vnd.openxmlformats-officedocument.presentationml.presProps+xml"/>
  <Override PartName="/ppt/slideLayouts/slideLayout2.xml" ContentType="application/vnd.openxmlformats-officedocument.presentationml.slideLayout+xml"/>
  <Override PartName="/ppt/presentation.xml" ContentType="application/vnd.openxmlformats-officedocument.presentationml.presentation.main+xml"/>
  <Override PartName="/ppt/viewProps.xml" ContentType="application/vnd.openxmlformats-officedocument.presentationml.viewProps+xml"/>
  <Override PartName="/docProps/app.xml" ContentType="application/vnd.openxmlformats-officedocument.extended-properties+xml"/>
  <Override PartName="/ppt/tableStyles.xml" ContentType="application/vnd.openxmlformats-officedocument.presentationml.tableStyles+xml"/>
  <Override PartName="/ppt/notesSlides/notesSlide2.xml" ContentType="application/vnd.openxmlformats-officedocument.presentationml.notesSlide+xml"/>
  <Override PartName="/ppt/slideLayouts/slideLayout5.xml" ContentType="application/vnd.openxmlformats-officedocument.presentationml.slideLayout+xml"/>
  <Override PartName="/ppt/slideLayouts/slideLayout1.xml" ContentType="application/vnd.openxmlformats-officedocument.presentationml.slideLayout+xml"/>
  <Override PartName="/ppt/notesSlides/notesSlide5.xml" ContentType="application/vnd.openxmlformats-officedocument.presentationml.notesSlide+xml"/>
  <Override PartName="/ppt/slideLayouts/slideLayout4.xml" ContentType="application/vnd.openxmlformats-officedocument.presentationml.slideLayout+xml"/>
  <Override PartName="/ppt/slides/slide3.xml" ContentType="application/vnd.openxmlformats-officedocument.presentationml.slide+xml"/>
  <Override PartName="/ppt/theme/theme1.xml" ContentType="application/vnd.openxmlformats-officedocument.theme+xml"/>
  <Override PartName="/ppt/theme/theme2.xml" ContentType="application/vnd.openxmlformats-officedocument.theme+xml"/>
  <Override PartName="/ppt/slideLayouts/slideLayout9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s/slide6.xml" ContentType="application/vnd.openxmlformats-officedocument.presentationml.slide+xml"/>
  <Override PartName="/ppt/slideLayouts/slideLayout7.xml" ContentType="application/vnd.openxmlformats-officedocument.presentationml.slideLayout+xml"/>
  <Override PartName="/ppt/slideLayouts/slideLayout10.xml" ContentType="application/vnd.openxmlformats-officedocument.presentationml.slideLayout+xml"/>
  <Override PartName="/ppt/notesSlides/notesSlide4.xml" ContentType="application/vnd.openxmlformats-officedocument.presentationml.notesSlide+xml"/>
  <Override PartName="/ppt/slideLayouts/slideLayout11.xml" ContentType="application/vnd.openxmlformats-officedocument.presentationml.slideLayout+xml"/>
</Types>
</file>

<file path=_rels/.rels><?xml version="1.0" encoding="UTF-8" standalone="yes"?><Relationships xmlns="http://schemas.openxmlformats.org/package/2006/relationships"><Relationship Id="rId3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2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saveSubsetFonts="1">
  <p:sldMasterIdLst>
    <p:sldMasterId id="2147483648" r:id="rId1"/>
  </p:sldMasterIdLst>
  <p:notesMasterIdLst>
    <p:notesMasterId r:id="rId10"/>
  </p:notesMasterIdLst>
  <p:sldIdLst>
    <p:sldId id="256" r:id="rId4"/>
    <p:sldId id="257" r:id="rId5"/>
    <p:sldId id="258" r:id="rId6"/>
    <p:sldId id="259" r:id="rId7"/>
    <p:sldId id="260" r:id="rId8"/>
    <p:sldId id="261" r:id="rId9"/>
  </p:sldIdLst>
  <p:sldSz cx="12192000" cy="6858000"/>
  <p:notesSz cx="6858000" cy="9144000"/>
  <p:defaultTextStyle>
    <a:defPPr>
      <a:defRPr lang="fr-FR"/>
    </a:defPPr>
    <a:lvl1pPr marL="0" algn="l" defTabSz="914400" rtl="0">
      <a:defRPr sz="18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>
      <a:defRPr sz="18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>
      <a:defRPr sz="18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>
      <a:defRPr sz="18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>
      <a:defRPr sz="18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>
      <a:defRPr sz="18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>
      <a:defRPr sz="18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>
      <a:defRPr sz="18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>
      <a:defRPr sz="18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slideViewPr>
    <p:cSldViewPr snapToGrid="0">
      <p:cViewPr varScale="1">
        <p:scale>
          <a:sx n="100" d="100"/>
          <a:sy n="100" d="100"/>
        </p:scale>
        <p:origin x="378" y="90"/>
      </p:cViewPr>
      <p:guideLst>
        <p:guide pos="3840"/>
        <p:guide pos="2160" orient="horz"/>
      </p:guideLst>
    </p:cSldViewPr>
  </p:slideViewPr>
  <p:gridSpacing cx="72008" cy="72008"/>
</p:viewPr>
</file>

<file path=ppt/_rels/presentation.xml.rels><?xml version="1.0" encoding="UTF-8" standalone="yes"?>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theme" Target="theme/theme1.xml"/><Relationship Id="rId3" Type="http://schemas.openxmlformats.org/officeDocument/2006/relationships/theme" Target="theme/theme2.xml"/><Relationship Id="rId4" Type="http://schemas.openxmlformats.org/officeDocument/2006/relationships/slide" Target="slides/slide1.xml"/><Relationship Id="rId5" Type="http://schemas.openxmlformats.org/officeDocument/2006/relationships/slide" Target="slides/slide2.xml"/><Relationship Id="rId6" Type="http://schemas.openxmlformats.org/officeDocument/2006/relationships/slide" Target="slides/slide3.xml"/><Relationship Id="rId7" Type="http://schemas.openxmlformats.org/officeDocument/2006/relationships/slide" Target="slides/slide4.xml"/><Relationship Id="rId8" Type="http://schemas.openxmlformats.org/officeDocument/2006/relationships/slide" Target="slides/slide5.xml"/><Relationship Id="rId9" Type="http://schemas.openxmlformats.org/officeDocument/2006/relationships/slide" Target="slides/slide6.xml"/><Relationship Id="rId10" Type="http://schemas.openxmlformats.org/officeDocument/2006/relationships/notesMaster" Target="notesMasters/notesMaster1.xml"/><Relationship Id="rId11" Type="http://schemas.openxmlformats.org/officeDocument/2006/relationships/presProps" Target="presProps.xml" /><Relationship Id="rId12" Type="http://schemas.openxmlformats.org/officeDocument/2006/relationships/tableStyles" Target="tableStyles.xml" /><Relationship Id="rId13" Type="http://schemas.openxmlformats.org/officeDocument/2006/relationships/viewProps" Target="viewProps.xml" /></Relationships>
</file>

<file path=ppt/notesMasters/_rels/notesMaster1.xml.rels><?xml version="1.0" encoding="UTF-8" standalone="yes"?>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 name="">
    <p:bg>
      <p:bgRef idx="1001">
        <a:schemeClr val="bg1"/>
      </p:bgRef>
    </p:bg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223717826" name="Espace réservé d'en-tête 1"/>
          <p:cNvSpPr>
            <a:spLocks noGrp="1"/>
          </p:cNvSpPr>
          <p:nvPr>
            <p:ph type="hdr" sz="quarter"/>
          </p:nvPr>
        </p:nvSpPr>
        <p:spPr bwMode="auto"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pPr>
              <a:defRPr/>
            </a:pPr>
            <a:endParaRPr lang="fr-FR"/>
          </a:p>
        </p:txBody>
      </p:sp>
      <p:sp>
        <p:nvSpPr>
          <p:cNvPr id="327027230" name="Espace réservé pour la date 2"/>
          <p:cNvSpPr>
            <a:spLocks noGrp="1"/>
          </p:cNvSpPr>
          <p:nvPr>
            <p:ph type="dt" idx="1"/>
          </p:nvPr>
        </p:nvSpPr>
        <p:spPr bwMode="auto"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pPr>
              <a:defRPr/>
            </a:pPr>
            <a:fld id="{3632E96E-41F7-40C5-8419-297958CC00FA}" type="datetimeFigureOut">
              <a:rPr lang="fr-FR"/>
              <a:t>10/30/2013</a:t>
            </a:fld>
            <a:endParaRPr lang="fr-FR"/>
          </a:p>
        </p:txBody>
      </p:sp>
      <p:sp>
        <p:nvSpPr>
          <p:cNvPr id="1216034651" name="Espace réservé pour l'image de la diapositive 3"/>
          <p:cNvSpPr>
            <a:spLocks noChangeAspect="1" noGrp="1" noRot="1"/>
          </p:cNvSpPr>
          <p:nvPr>
            <p:ph type="sldImg" idx="2"/>
          </p:nvPr>
        </p:nvSpPr>
        <p:spPr bwMode="auto"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pPr>
              <a:defRPr/>
            </a:pPr>
            <a:endParaRPr lang="fr-FR"/>
          </a:p>
        </p:txBody>
      </p:sp>
      <p:sp>
        <p:nvSpPr>
          <p:cNvPr id="321230452" name="Remarques Espace réservé 4"/>
          <p:cNvSpPr>
            <a:spLocks noGrp="1"/>
          </p:cNvSpPr>
          <p:nvPr>
            <p:ph type="body" sz="quarter" idx="3"/>
          </p:nvPr>
        </p:nvSpPr>
        <p:spPr bwMode="auto"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>
              <a:defRPr/>
            </a:pPr>
            <a:r>
              <a:rPr lang="fr-FR"/>
              <a:t>Modifiez les styles du texte du masque</a:t>
            </a:r>
            <a:endParaRPr/>
          </a:p>
          <a:p>
            <a:pPr lvl="1">
              <a:defRPr/>
            </a:pPr>
            <a:r>
              <a:rPr lang="fr-FR"/>
              <a:t>Deuxième niveau</a:t>
            </a:r>
            <a:endParaRPr/>
          </a:p>
          <a:p>
            <a:pPr lvl="2">
              <a:defRPr/>
            </a:pPr>
            <a:r>
              <a:rPr lang="fr-FR"/>
              <a:t>Troisième niveau</a:t>
            </a:r>
            <a:endParaRPr/>
          </a:p>
          <a:p>
            <a:pPr lvl="3">
              <a:defRPr/>
            </a:pPr>
            <a:r>
              <a:rPr lang="fr-FR"/>
              <a:t>Quatrième niveau</a:t>
            </a:r>
            <a:endParaRPr/>
          </a:p>
          <a:p>
            <a:pPr lvl="4">
              <a:defRPr/>
            </a:pPr>
            <a:r>
              <a:rPr lang="fr-FR"/>
              <a:t>Cinquième niveau</a:t>
            </a:r>
            <a:endParaRPr lang="fr-FR"/>
          </a:p>
        </p:txBody>
      </p:sp>
      <p:sp>
        <p:nvSpPr>
          <p:cNvPr id="1318692545" name="Espace réservé du pied de page 5"/>
          <p:cNvSpPr>
            <a:spLocks noGrp="1"/>
          </p:cNvSpPr>
          <p:nvPr>
            <p:ph type="ftr" sz="quarter" idx="4"/>
          </p:nvPr>
        </p:nvSpPr>
        <p:spPr bwMode="auto"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pPr>
              <a:defRPr/>
            </a:pPr>
            <a:endParaRPr lang="fr-FR"/>
          </a:p>
        </p:txBody>
      </p:sp>
      <p:sp>
        <p:nvSpPr>
          <p:cNvPr id="1097180487" name="Espace réservé du numéro de diapositive 6"/>
          <p:cNvSpPr>
            <a:spLocks noGrp="1"/>
          </p:cNvSpPr>
          <p:nvPr>
            <p:ph type="sldNum" sz="quarter" idx="5"/>
          </p:nvPr>
        </p:nvSpPr>
        <p:spPr bwMode="auto"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pPr>
              <a:defRPr/>
            </a:pPr>
            <a:fld id="{2E6999B8-B6B4-4561-A3CD-BBCDAB9FC9D9}" type="slidenum">
              <a:rPr lang="fr-FR"/>
              <a:t>‹#›</a:t>
            </a:fld>
            <a:endParaRPr lang="fr-FR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>
      <a:defRPr sz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>
      <a:defRPr sz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>
      <a:defRPr sz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>
      <a:defRPr sz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>
      <a:defRPr sz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>
      <a:defRPr sz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>
      <a:defRPr sz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>
      <a:defRPr sz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>
      <a:defRPr sz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 ?>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 ?>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 ?>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 ?>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 ?>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 ?>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995145403" name="Espace réservé pour l'image de la diapositive 1"/>
          <p:cNvSpPr>
            <a:spLocks noChangeAspect="1" noGrp="1" noRot="1"/>
          </p:cNvSpPr>
          <p:nvPr>
            <p:ph type="sldImg"/>
          </p:nvPr>
        </p:nvSpPr>
        <p:spPr bwMode="auto">
          <a:xfrm>
            <a:off x="685800" y="1143000"/>
            <a:ext cx="5486400" cy="3086100"/>
          </a:xfrm>
        </p:spPr>
      </p:sp>
      <p:sp>
        <p:nvSpPr>
          <p:cNvPr id="1769965765" name="Remarques Espace réservé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 lang="fr-FR">
              <a:latin typeface="Arial"/>
              <a:cs typeface="Arial"/>
            </a:endParaRPr>
          </a:p>
        </p:txBody>
      </p:sp>
      <p:sp>
        <p:nvSpPr>
          <p:cNvPr id="1107131072" name="Espace réservé pour le numéro de diapositive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2E6999B8-B6B4-4561-A3CD-BBCDAB9FC9D9}" type="slidenum">
              <a:rPr lang="fr-FR"/>
              <a:t>1</a:t>
            </a:fld>
            <a:endParaRPr lang="fr-FR"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D1ECED68-09D4-A7AA-FD75-A58447F770F1}" type="slidenum">
              <a:rPr/>
              <a:t/>
            </a:fld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88E61425-8448-2ACA-F6AB-01A0C6BF6D78}" type="slidenum">
              <a:rPr/>
              <a:t/>
            </a:fld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F15E8D75-4C41-C914-D41E-5FC8DD7CCFB1}" type="slidenum">
              <a:rPr/>
              <a:t/>
            </a:fld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536E12B5-523D-2A21-DDAF-B6E5875AFC53}" type="slidenum">
              <a:rPr/>
              <a:t/>
            </a:fld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DEEF5936-1FD3-99F0-C578-2E0C81C26625}" type="slidenum">
              <a:rPr/>
              <a:t/>
            </a:fld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matchingName="" preserve="1" showMasterPhAnim="0" showMasterSp="0" type="title" userDrawn="1">
  <p:cSld name="Title Slide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941492303" name="Shape 1059"/>
          <p:cNvSpPr>
            <a:spLocks noChangeArrowheads="1" noGrp="1"/>
          </p:cNvSpPr>
          <p:nvPr userDrawn="1"/>
        </p:nvSpPr>
        <p:spPr bwMode="auto">
          <a:xfrm>
            <a:off x="2396066" y="2291401"/>
            <a:ext cx="5452533" cy="4165115"/>
          </a:xfrm>
          <a:custGeom>
            <a:avLst/>
            <a:gdLst/>
            <a:ahLst/>
            <a:cxnLst/>
            <a:rect l="l" t="t" r="r" b="b"/>
            <a:pathLst>
              <a:path w="43200" h="43200" fill="norm" stroke="0" extrusionOk="0">
                <a:moveTo>
                  <a:pt x="22112" y="3116"/>
                </a:moveTo>
                <a:lnTo>
                  <a:pt x="22112" y="3116"/>
                </a:lnTo>
                <a:cubicBezTo>
                  <a:pt x="22112" y="3116"/>
                  <a:pt x="27356" y="0"/>
                  <a:pt x="30300" y="4263"/>
                </a:cubicBezTo>
                <a:lnTo>
                  <a:pt x="30300" y="4263"/>
                </a:lnTo>
                <a:cubicBezTo>
                  <a:pt x="33277" y="8577"/>
                  <a:pt x="36666" y="13779"/>
                  <a:pt x="39369" y="17410"/>
                </a:cubicBezTo>
                <a:lnTo>
                  <a:pt x="39369" y="17410"/>
                </a:lnTo>
                <a:cubicBezTo>
                  <a:pt x="41761" y="20624"/>
                  <a:pt x="43200" y="22708"/>
                  <a:pt x="40979" y="26940"/>
                </a:cubicBezTo>
                <a:lnTo>
                  <a:pt x="40979" y="26940"/>
                </a:lnTo>
                <a:cubicBezTo>
                  <a:pt x="39655" y="29461"/>
                  <a:pt x="35076" y="35072"/>
                  <a:pt x="32639" y="38623"/>
                </a:cubicBezTo>
                <a:lnTo>
                  <a:pt x="32639" y="38623"/>
                </a:lnTo>
                <a:cubicBezTo>
                  <a:pt x="30200" y="42175"/>
                  <a:pt x="26202" y="43200"/>
                  <a:pt x="23268" y="42185"/>
                </a:cubicBezTo>
                <a:lnTo>
                  <a:pt x="23268" y="42185"/>
                </a:lnTo>
                <a:cubicBezTo>
                  <a:pt x="20331" y="41168"/>
                  <a:pt x="11584" y="38623"/>
                  <a:pt x="6213" y="36974"/>
                </a:cubicBezTo>
                <a:lnTo>
                  <a:pt x="6213" y="36974"/>
                </a:lnTo>
                <a:cubicBezTo>
                  <a:pt x="1431" y="35502"/>
                  <a:pt x="0" y="32900"/>
                  <a:pt x="214" y="31157"/>
                </a:cubicBezTo>
                <a:lnTo>
                  <a:pt x="214" y="31157"/>
                </a:lnTo>
                <a:cubicBezTo>
                  <a:pt x="760" y="26703"/>
                  <a:pt x="1113" y="19920"/>
                  <a:pt x="1214" y="16042"/>
                </a:cubicBezTo>
                <a:lnTo>
                  <a:pt x="1214" y="16042"/>
                </a:lnTo>
                <a:cubicBezTo>
                  <a:pt x="1303" y="12626"/>
                  <a:pt x="4203" y="11313"/>
                  <a:pt x="6907" y="9989"/>
                </a:cubicBezTo>
                <a:lnTo>
                  <a:pt x="6907" y="9989"/>
                </a:lnTo>
                <a:cubicBezTo>
                  <a:pt x="9245" y="8843"/>
                  <a:pt x="19774" y="4261"/>
                  <a:pt x="22112" y="3116"/>
                </a:cubicBezTo>
                <a:close/>
              </a:path>
            </a:pathLst>
          </a:custGeom>
          <a:solidFill>
            <a:schemeClr val="bg1">
              <a:lumMod val="85000"/>
            </a:schemeClr>
          </a:solidFill>
          <a:ln w="9524">
            <a:solidFill>
              <a:srgbClr val="000000"/>
            </a:solidFill>
            <a:round/>
            <a:headEnd/>
            <a:tailEnd/>
          </a:ln>
        </p:spPr>
      </p:sp>
      <p:sp>
        <p:nvSpPr>
          <p:cNvPr id="921055535" name="Shape 1060"/>
          <p:cNvSpPr>
            <a:spLocks noChangeArrowheads="1" noGrp="1"/>
          </p:cNvSpPr>
          <p:nvPr userDrawn="1"/>
        </p:nvSpPr>
        <p:spPr bwMode="auto">
          <a:xfrm>
            <a:off x="1309514" y="1839834"/>
            <a:ext cx="4011787" cy="1314325"/>
          </a:xfrm>
          <a:custGeom>
            <a:avLst/>
            <a:gdLst/>
            <a:ahLst/>
            <a:cxnLst/>
            <a:rect l="l" t="t" r="r" b="b"/>
            <a:pathLst>
              <a:path w="43200" h="43200" fill="norm" stroke="0" extrusionOk="0">
                <a:moveTo>
                  <a:pt x="40162" y="13104"/>
                </a:moveTo>
                <a:lnTo>
                  <a:pt x="40162" y="13104"/>
                </a:lnTo>
                <a:cubicBezTo>
                  <a:pt x="36799" y="16736"/>
                  <a:pt x="26204" y="28154"/>
                  <a:pt x="22676" y="31251"/>
                </a:cubicBezTo>
                <a:lnTo>
                  <a:pt x="22676" y="31251"/>
                </a:lnTo>
                <a:cubicBezTo>
                  <a:pt x="18513" y="34899"/>
                  <a:pt x="15093" y="37527"/>
                  <a:pt x="13136" y="38511"/>
                </a:cubicBezTo>
                <a:lnTo>
                  <a:pt x="13136" y="38511"/>
                </a:lnTo>
                <a:cubicBezTo>
                  <a:pt x="10861" y="39650"/>
                  <a:pt x="0" y="43200"/>
                  <a:pt x="422" y="38511"/>
                </a:cubicBezTo>
                <a:lnTo>
                  <a:pt x="422" y="38511"/>
                </a:lnTo>
                <a:cubicBezTo>
                  <a:pt x="750" y="34836"/>
                  <a:pt x="12785" y="17028"/>
                  <a:pt x="15584" y="14358"/>
                </a:cubicBezTo>
                <a:lnTo>
                  <a:pt x="15584" y="14358"/>
                </a:lnTo>
                <a:cubicBezTo>
                  <a:pt x="18382" y="11693"/>
                  <a:pt x="34508" y="0"/>
                  <a:pt x="36286" y="2133"/>
                </a:cubicBezTo>
                <a:lnTo>
                  <a:pt x="36286" y="2133"/>
                </a:lnTo>
                <a:cubicBezTo>
                  <a:pt x="38064" y="4272"/>
                  <a:pt x="43200" y="9825"/>
                  <a:pt x="40162" y="13104"/>
                </a:cubicBezTo>
                <a:close/>
              </a:path>
            </a:pathLst>
          </a:custGeom>
          <a:solidFill>
            <a:schemeClr val="bg1">
              <a:lumMod val="85000"/>
            </a:schemeClr>
          </a:solidFill>
          <a:ln w="9524">
            <a:solidFill>
              <a:srgbClr val="000000"/>
            </a:solidFill>
            <a:round/>
            <a:headEnd/>
            <a:tailEnd/>
          </a:ln>
        </p:spPr>
      </p:sp>
      <p:sp>
        <p:nvSpPr>
          <p:cNvPr id="1714411598" name="Shape 1061"/>
          <p:cNvSpPr>
            <a:spLocks noChangeArrowheads="1" noGrp="1"/>
          </p:cNvSpPr>
          <p:nvPr userDrawn="1"/>
        </p:nvSpPr>
        <p:spPr bwMode="auto">
          <a:xfrm>
            <a:off x="6567031" y="4629133"/>
            <a:ext cx="5395523" cy="2231707"/>
          </a:xfrm>
          <a:custGeom>
            <a:avLst/>
            <a:gdLst/>
            <a:ahLst/>
            <a:cxnLst/>
            <a:rect l="l" t="t" r="r" b="b"/>
            <a:pathLst>
              <a:path w="43200" h="43200" fill="norm" stroke="0" extrusionOk="0">
                <a:moveTo>
                  <a:pt x="43200" y="43200"/>
                </a:moveTo>
                <a:lnTo>
                  <a:pt x="43200" y="43200"/>
                </a:lnTo>
                <a:cubicBezTo>
                  <a:pt x="42680" y="32337"/>
                  <a:pt x="42264" y="24810"/>
                  <a:pt x="41982" y="22533"/>
                </a:cubicBezTo>
                <a:lnTo>
                  <a:pt x="41982" y="22533"/>
                </a:lnTo>
                <a:cubicBezTo>
                  <a:pt x="41353" y="17445"/>
                  <a:pt x="31020" y="10782"/>
                  <a:pt x="25434" y="7567"/>
                </a:cubicBezTo>
                <a:lnTo>
                  <a:pt x="25434" y="7567"/>
                </a:lnTo>
                <a:cubicBezTo>
                  <a:pt x="20461" y="4707"/>
                  <a:pt x="15752" y="0"/>
                  <a:pt x="10688" y="12771"/>
                </a:cubicBezTo>
                <a:lnTo>
                  <a:pt x="10688" y="12771"/>
                </a:lnTo>
                <a:cubicBezTo>
                  <a:pt x="5409" y="26085"/>
                  <a:pt x="2329" y="33891"/>
                  <a:pt x="451" y="39632"/>
                </a:cubicBezTo>
                <a:lnTo>
                  <a:pt x="451" y="39632"/>
                </a:lnTo>
                <a:cubicBezTo>
                  <a:pt x="180" y="40459"/>
                  <a:pt x="44" y="41820"/>
                  <a:pt x="0" y="43200"/>
                </a:cubicBezTo>
                <a:lnTo>
                  <a:pt x="43200" y="43200"/>
                </a:lnTo>
                <a:close/>
              </a:path>
            </a:pathLst>
          </a:custGeom>
          <a:solidFill>
            <a:schemeClr val="bg1">
              <a:lumMod val="85000"/>
            </a:schemeClr>
          </a:solidFill>
          <a:ln w="9524">
            <a:solidFill>
              <a:srgbClr val="000000"/>
            </a:solidFill>
            <a:round/>
            <a:headEnd/>
            <a:tailEnd/>
          </a:ln>
        </p:spPr>
      </p:sp>
      <p:sp>
        <p:nvSpPr>
          <p:cNvPr id="986782246" name="Shape 1062"/>
          <p:cNvSpPr>
            <a:spLocks noChangeArrowheads="1" noGrp="1"/>
          </p:cNvSpPr>
          <p:nvPr userDrawn="1"/>
        </p:nvSpPr>
        <p:spPr bwMode="auto">
          <a:xfrm>
            <a:off x="389187" y="6100774"/>
            <a:ext cx="4968521" cy="759999"/>
          </a:xfrm>
          <a:custGeom>
            <a:avLst/>
            <a:gdLst/>
            <a:ahLst/>
            <a:cxnLst/>
            <a:rect l="l" t="t" r="r" b="b"/>
            <a:pathLst>
              <a:path w="43200" h="43200" fill="norm" stroke="0" extrusionOk="0">
                <a:moveTo>
                  <a:pt x="43200" y="43200"/>
                </a:moveTo>
                <a:lnTo>
                  <a:pt x="43200" y="43200"/>
                </a:lnTo>
                <a:cubicBezTo>
                  <a:pt x="37750" y="34083"/>
                  <a:pt x="28707" y="20178"/>
                  <a:pt x="28707" y="20178"/>
                </a:cubicBezTo>
                <a:lnTo>
                  <a:pt x="28707" y="20178"/>
                </a:lnTo>
                <a:cubicBezTo>
                  <a:pt x="23196" y="11772"/>
                  <a:pt x="17935" y="0"/>
                  <a:pt x="14588" y="1341"/>
                </a:cubicBezTo>
                <a:lnTo>
                  <a:pt x="14588" y="1341"/>
                </a:lnTo>
                <a:cubicBezTo>
                  <a:pt x="11240" y="2673"/>
                  <a:pt x="6350" y="22671"/>
                  <a:pt x="1602" y="37718"/>
                </a:cubicBezTo>
                <a:lnTo>
                  <a:pt x="1602" y="37718"/>
                </a:lnTo>
                <a:cubicBezTo>
                  <a:pt x="1072" y="39393"/>
                  <a:pt x="536" y="41175"/>
                  <a:pt x="0" y="43200"/>
                </a:cubicBezTo>
                <a:lnTo>
                  <a:pt x="43200" y="43200"/>
                </a:lnTo>
                <a:close/>
              </a:path>
            </a:pathLst>
          </a:custGeom>
          <a:solidFill>
            <a:schemeClr val="bg1">
              <a:lumMod val="85000"/>
            </a:schemeClr>
          </a:solidFill>
          <a:ln w="9524">
            <a:solidFill>
              <a:srgbClr val="000000"/>
            </a:solidFill>
            <a:round/>
            <a:headEnd/>
            <a:tailEnd/>
          </a:ln>
        </p:spPr>
      </p:sp>
      <p:sp>
        <p:nvSpPr>
          <p:cNvPr id="1692920654" name="Shape 1063"/>
          <p:cNvSpPr>
            <a:spLocks noChangeArrowheads="1" noGrp="1"/>
          </p:cNvSpPr>
          <p:nvPr userDrawn="1"/>
        </p:nvSpPr>
        <p:spPr bwMode="auto">
          <a:xfrm>
            <a:off x="0" y="3254701"/>
            <a:ext cx="2099733" cy="3343682"/>
          </a:xfrm>
          <a:custGeom>
            <a:avLst/>
            <a:gdLst/>
            <a:ahLst/>
            <a:cxnLst/>
            <a:rect l="l" t="t" r="r" b="b"/>
            <a:pathLst>
              <a:path w="43200" h="43200" fill="norm" stroke="0" extrusionOk="0">
                <a:moveTo>
                  <a:pt x="0" y="43200"/>
                </a:moveTo>
                <a:lnTo>
                  <a:pt x="0" y="43200"/>
                </a:lnTo>
                <a:cubicBezTo>
                  <a:pt x="10450" y="39319"/>
                  <a:pt x="26476" y="34991"/>
                  <a:pt x="31760" y="32779"/>
                </a:cubicBezTo>
                <a:lnTo>
                  <a:pt x="31760" y="32779"/>
                </a:lnTo>
                <a:cubicBezTo>
                  <a:pt x="38554" y="29929"/>
                  <a:pt x="35982" y="23868"/>
                  <a:pt x="39587" y="11934"/>
                </a:cubicBezTo>
                <a:lnTo>
                  <a:pt x="39587" y="11934"/>
                </a:lnTo>
                <a:cubicBezTo>
                  <a:pt x="43199" y="0"/>
                  <a:pt x="33409" y="2565"/>
                  <a:pt x="25082" y="2041"/>
                </a:cubicBezTo>
                <a:lnTo>
                  <a:pt x="25082" y="2041"/>
                </a:lnTo>
                <a:cubicBezTo>
                  <a:pt x="14497" y="1374"/>
                  <a:pt x="7053" y="4621"/>
                  <a:pt x="0" y="7243"/>
                </a:cubicBezTo>
                <a:lnTo>
                  <a:pt x="0" y="43200"/>
                </a:lnTo>
                <a:close/>
              </a:path>
            </a:pathLst>
          </a:custGeom>
          <a:solidFill>
            <a:schemeClr val="bg1">
              <a:lumMod val="85000"/>
            </a:schemeClr>
          </a:solidFill>
          <a:ln w="9524">
            <a:solidFill>
              <a:srgbClr val="000000"/>
            </a:solidFill>
            <a:round/>
            <a:headEnd/>
            <a:tailEnd/>
          </a:ln>
        </p:spPr>
      </p:sp>
      <p:sp>
        <p:nvSpPr>
          <p:cNvPr id="409563726" name="Subtitle 2"/>
          <p:cNvSpPr>
            <a:spLocks noGrp="1"/>
          </p:cNvSpPr>
          <p:nvPr>
            <p:ph type="subTitle" idx="1"/>
          </p:nvPr>
        </p:nvSpPr>
        <p:spPr bwMode="auto">
          <a:xfrm>
            <a:off x="4655839" y="2708919"/>
            <a:ext cx="6720746" cy="720079"/>
          </a:xfrm>
        </p:spPr>
        <p:txBody>
          <a:bodyPr/>
          <a:lstStyle>
            <a:lvl1pPr marL="0" indent="0" algn="r">
              <a:buNone/>
              <a:defRPr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>
              <a:defRPr/>
            </a:pPr>
            <a:r>
              <a:rPr/>
              <a:t>Click to edit Master subtitle style</a:t>
            </a:r>
            <a:endParaRPr/>
          </a:p>
        </p:txBody>
      </p:sp>
      <p:sp>
        <p:nvSpPr>
          <p:cNvPr id="1709754413" name="Date Placeholder 3"/>
          <p:cNvSpPr>
            <a:spLocks noGrp="1"/>
          </p:cNvSpPr>
          <p:nvPr>
            <p:ph type="dt" sz="half" idx="10"/>
          </p:nvPr>
        </p:nvSpPr>
        <p:spPr bwMode="auto"/>
        <p:txBody>
          <a:bodyPr/>
          <a:lstStyle/>
          <a:p>
            <a:pPr>
              <a:defRPr/>
            </a:pPr>
            <a:fld id="{A69D51E0-3758-456B-809F-07B187805C7D}" type="datetimeFigureOut">
              <a:rPr/>
              <a:t>22.10.2013</a:t>
            </a:fld>
            <a:endParaRPr/>
          </a:p>
        </p:txBody>
      </p:sp>
      <p:sp>
        <p:nvSpPr>
          <p:cNvPr id="1998090779" name="Footer Placeholder 4"/>
          <p:cNvSpPr>
            <a:spLocks noGrp="1"/>
          </p:cNvSpPr>
          <p:nvPr>
            <p:ph type="ftr" sz="quarter" idx="1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2028311388" name="Slide Number Placeholder 5"/>
          <p:cNvSpPr>
            <a:spLocks noGrp="1"/>
          </p:cNvSpPr>
          <p:nvPr>
            <p:ph type="sldNum" sz="quarter" idx="12"/>
          </p:nvPr>
        </p:nvSpPr>
        <p:spPr bwMode="auto"/>
        <p:txBody>
          <a:bodyPr/>
          <a:lstStyle/>
          <a:p>
            <a:pPr>
              <a:defRPr/>
            </a:pPr>
            <a:fld id="{4D3B38E7-149F-4D77-9EEF-9309C2CB69A9}" type="slidenum">
              <a:rPr/>
              <a:t>‹#›</a:t>
            </a:fld>
            <a:endParaRPr/>
          </a:p>
        </p:txBody>
      </p:sp>
      <p:sp>
        <p:nvSpPr>
          <p:cNvPr id="1035827456" name="Title 6"/>
          <p:cNvSpPr>
            <a:spLocks noGrp="1"/>
          </p:cNvSpPr>
          <p:nvPr>
            <p:ph type="title"/>
          </p:nvPr>
        </p:nvSpPr>
        <p:spPr bwMode="auto">
          <a:xfrm>
            <a:off x="4595833" y="1808820"/>
            <a:ext cx="6720746" cy="720079"/>
          </a:xfrm>
        </p:spPr>
        <p:txBody>
          <a:bodyPr/>
          <a:lstStyle>
            <a:lvl1pPr algn="r">
              <a:defRPr/>
            </a:lvl1pPr>
          </a:lstStyle>
          <a:p>
            <a:pPr>
              <a:defRPr/>
            </a:pPr>
            <a:r>
              <a:rPr/>
              <a:t>Click to edit Master title style</a:t>
            </a:r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matchingName="" preserve="1" showMasterPhAnim="0" showMasterSp="1" type="obj" userDrawn="1">
  <p:cSld name="Title and Content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552676464" name="Title 1"/>
          <p:cNvSpPr>
            <a:spLocks noGrp="1"/>
          </p:cNvSpPr>
          <p:nvPr>
            <p:ph type="title"/>
          </p:nvPr>
        </p:nvSpPr>
        <p:spPr bwMode="auto"/>
        <p:txBody>
          <a:bodyPr/>
          <a:lstStyle/>
          <a:p>
            <a:pPr>
              <a:defRPr/>
            </a:pPr>
            <a:r>
              <a:rPr/>
              <a:t>Click to edit Master title style</a:t>
            </a:r>
            <a:endParaRPr/>
          </a:p>
        </p:txBody>
      </p:sp>
      <p:sp>
        <p:nvSpPr>
          <p:cNvPr id="1934788376" name="Content Placeholder 2"/>
          <p:cNvSpPr>
            <a:spLocks noGrp="1"/>
          </p:cNvSpPr>
          <p:nvPr>
            <p:ph idx="1"/>
          </p:nvPr>
        </p:nvSpPr>
        <p:spPr bwMode="auto"/>
        <p:txBody>
          <a:bodyPr/>
          <a:lstStyle/>
          <a:p>
            <a:pPr lvl="0">
              <a:defRPr/>
            </a:pPr>
            <a:r>
              <a:rPr/>
              <a:t>Click to edit Master text styles</a:t>
            </a:r>
            <a:endParaRPr/>
          </a:p>
          <a:p>
            <a:pPr lvl="1">
              <a:defRPr/>
            </a:pPr>
            <a:r>
              <a:rPr/>
              <a:t>Second level</a:t>
            </a:r>
            <a:endParaRPr/>
          </a:p>
          <a:p>
            <a:pPr lvl="2">
              <a:defRPr/>
            </a:pPr>
            <a:r>
              <a:rPr/>
              <a:t>Third level</a:t>
            </a:r>
            <a:endParaRPr/>
          </a:p>
          <a:p>
            <a:pPr lvl="3">
              <a:defRPr/>
            </a:pPr>
            <a:r>
              <a:rPr/>
              <a:t>Fourth level</a:t>
            </a:r>
            <a:endParaRPr/>
          </a:p>
          <a:p>
            <a:pPr lvl="4">
              <a:defRPr/>
            </a:pPr>
            <a:r>
              <a:rPr/>
              <a:t>Fifth level</a:t>
            </a:r>
            <a:endParaRPr/>
          </a:p>
        </p:txBody>
      </p:sp>
      <p:sp>
        <p:nvSpPr>
          <p:cNvPr id="1366265665" name="Date Placeholder 3"/>
          <p:cNvSpPr>
            <a:spLocks noGrp="1"/>
          </p:cNvSpPr>
          <p:nvPr>
            <p:ph type="dt" sz="half" idx="10"/>
          </p:nvPr>
        </p:nvSpPr>
        <p:spPr bwMode="auto"/>
        <p:txBody>
          <a:bodyPr/>
          <a:lstStyle/>
          <a:p>
            <a:pPr>
              <a:defRPr/>
            </a:pPr>
            <a:fld id="{A69D51E0-3758-456B-809F-07B187805C7D}" type="datetimeFigureOut">
              <a:rPr/>
              <a:t>22.10.2013</a:t>
            </a:fld>
            <a:endParaRPr/>
          </a:p>
        </p:txBody>
      </p:sp>
      <p:sp>
        <p:nvSpPr>
          <p:cNvPr id="103677082" name="Footer Placeholder 4"/>
          <p:cNvSpPr>
            <a:spLocks noGrp="1"/>
          </p:cNvSpPr>
          <p:nvPr>
            <p:ph type="ftr" sz="quarter" idx="1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726728421" name="Slide Number Placeholder 5"/>
          <p:cNvSpPr>
            <a:spLocks noGrp="1"/>
          </p:cNvSpPr>
          <p:nvPr>
            <p:ph type="sldNum" sz="quarter" idx="12"/>
          </p:nvPr>
        </p:nvSpPr>
        <p:spPr bwMode="auto"/>
        <p:txBody>
          <a:bodyPr/>
          <a:lstStyle/>
          <a:p>
            <a:pPr>
              <a:defRPr/>
            </a:pPr>
            <a:fld id="{4D3B38E7-149F-4D77-9EEF-9309C2CB69A9}" type="slidenum">
              <a:rPr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matchingName="" preserve="1" showMasterPhAnim="0" showMasterSp="1" type="secHead" userDrawn="1">
  <p:cSld name="Section Header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84107488" name="Title 1"/>
          <p:cNvSpPr>
            <a:spLocks noGrp="1"/>
          </p:cNvSpPr>
          <p:nvPr>
            <p:ph type="title"/>
          </p:nvPr>
        </p:nvSpPr>
        <p:spPr bwMode="auto">
          <a:xfrm>
            <a:off x="963083" y="4406901"/>
            <a:ext cx="10363199" cy="1362074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pPr>
              <a:defRPr/>
            </a:pPr>
            <a:r>
              <a:rPr/>
              <a:t>Click to edit Master title style</a:t>
            </a:r>
            <a:endParaRPr/>
          </a:p>
        </p:txBody>
      </p:sp>
      <p:sp>
        <p:nvSpPr>
          <p:cNvPr id="359149618" name="Text Placeholder 2"/>
          <p:cNvSpPr>
            <a:spLocks noGrp="1"/>
          </p:cNvSpPr>
          <p:nvPr>
            <p:ph type="body" idx="1"/>
          </p:nvPr>
        </p:nvSpPr>
        <p:spPr bwMode="auto">
          <a:xfrm>
            <a:off x="963083" y="2906713"/>
            <a:ext cx="10363199" cy="1500186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>
              <a:defRPr/>
            </a:pPr>
            <a:r>
              <a:rPr/>
              <a:t>Click to edit Master text styles</a:t>
            </a:r>
            <a:endParaRPr/>
          </a:p>
        </p:txBody>
      </p:sp>
      <p:sp>
        <p:nvSpPr>
          <p:cNvPr id="1930511596" name="Date Placeholder 3"/>
          <p:cNvSpPr>
            <a:spLocks noGrp="1"/>
          </p:cNvSpPr>
          <p:nvPr>
            <p:ph type="dt" sz="half" idx="10"/>
          </p:nvPr>
        </p:nvSpPr>
        <p:spPr bwMode="auto"/>
        <p:txBody>
          <a:bodyPr/>
          <a:lstStyle/>
          <a:p>
            <a:pPr>
              <a:defRPr/>
            </a:pPr>
            <a:fld id="{A69D51E0-3758-456B-809F-07B187805C7D}" type="datetimeFigureOut">
              <a:rPr/>
              <a:t>22.10.2013</a:t>
            </a:fld>
            <a:endParaRPr/>
          </a:p>
        </p:txBody>
      </p:sp>
      <p:sp>
        <p:nvSpPr>
          <p:cNvPr id="1854405887" name="Footer Placeholder 4"/>
          <p:cNvSpPr>
            <a:spLocks noGrp="1"/>
          </p:cNvSpPr>
          <p:nvPr>
            <p:ph type="ftr" sz="quarter" idx="1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349086672" name="Slide Number Placeholder 5"/>
          <p:cNvSpPr>
            <a:spLocks noGrp="1"/>
          </p:cNvSpPr>
          <p:nvPr>
            <p:ph type="sldNum" sz="quarter" idx="12"/>
          </p:nvPr>
        </p:nvSpPr>
        <p:spPr bwMode="auto"/>
        <p:txBody>
          <a:bodyPr/>
          <a:lstStyle/>
          <a:p>
            <a:pPr>
              <a:defRPr/>
            </a:pPr>
            <a:fld id="{4D3B38E7-149F-4D77-9EEF-9309C2CB69A9}" type="slidenum">
              <a:rPr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matchingName="" preserve="1" showMasterPhAnim="0" showMasterSp="1" type="twoObj" userDrawn="1">
  <p:cSld name="Two Content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376153857" name="Title 1"/>
          <p:cNvSpPr>
            <a:spLocks noGrp="1"/>
          </p:cNvSpPr>
          <p:nvPr>
            <p:ph type="title"/>
          </p:nvPr>
        </p:nvSpPr>
        <p:spPr bwMode="auto"/>
        <p:txBody>
          <a:bodyPr/>
          <a:lstStyle/>
          <a:p>
            <a:pPr>
              <a:defRPr/>
            </a:pPr>
            <a:r>
              <a:rPr/>
              <a:t>Click to edit Master title style</a:t>
            </a:r>
            <a:endParaRPr/>
          </a:p>
        </p:txBody>
      </p:sp>
      <p:sp>
        <p:nvSpPr>
          <p:cNvPr id="1727021389" name="Content Placeholder 2"/>
          <p:cNvSpPr>
            <a:spLocks noGrp="1"/>
          </p:cNvSpPr>
          <p:nvPr>
            <p:ph sz="half" idx="1"/>
          </p:nvPr>
        </p:nvSpPr>
        <p:spPr bwMode="auto">
          <a:xfrm>
            <a:off x="609599" y="1600201"/>
            <a:ext cx="5384799" cy="4525962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>
              <a:defRPr/>
            </a:pPr>
            <a:r>
              <a:rPr/>
              <a:t>Click to edit Master text styles</a:t>
            </a:r>
            <a:endParaRPr/>
          </a:p>
          <a:p>
            <a:pPr lvl="1">
              <a:defRPr/>
            </a:pPr>
            <a:r>
              <a:rPr/>
              <a:t>Second level</a:t>
            </a:r>
            <a:endParaRPr/>
          </a:p>
          <a:p>
            <a:pPr lvl="2">
              <a:defRPr/>
            </a:pPr>
            <a:r>
              <a:rPr/>
              <a:t>Third level</a:t>
            </a:r>
            <a:endParaRPr/>
          </a:p>
          <a:p>
            <a:pPr lvl="3">
              <a:defRPr/>
            </a:pPr>
            <a:r>
              <a:rPr/>
              <a:t>Fourth level</a:t>
            </a:r>
            <a:endParaRPr/>
          </a:p>
          <a:p>
            <a:pPr lvl="4">
              <a:defRPr/>
            </a:pPr>
            <a:r>
              <a:rPr/>
              <a:t>Fifth level</a:t>
            </a:r>
            <a:endParaRPr/>
          </a:p>
        </p:txBody>
      </p:sp>
      <p:sp>
        <p:nvSpPr>
          <p:cNvPr id="1872362844" name="Content Placeholder 3"/>
          <p:cNvSpPr>
            <a:spLocks noGrp="1"/>
          </p:cNvSpPr>
          <p:nvPr>
            <p:ph sz="half" idx="2"/>
          </p:nvPr>
        </p:nvSpPr>
        <p:spPr bwMode="auto">
          <a:xfrm>
            <a:off x="6197599" y="1600201"/>
            <a:ext cx="5384799" cy="4525962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>
              <a:defRPr/>
            </a:pPr>
            <a:r>
              <a:rPr/>
              <a:t>Click to edit Master text styles</a:t>
            </a:r>
            <a:endParaRPr/>
          </a:p>
          <a:p>
            <a:pPr lvl="1">
              <a:defRPr/>
            </a:pPr>
            <a:r>
              <a:rPr/>
              <a:t>Second level</a:t>
            </a:r>
            <a:endParaRPr/>
          </a:p>
          <a:p>
            <a:pPr lvl="2">
              <a:defRPr/>
            </a:pPr>
            <a:r>
              <a:rPr/>
              <a:t>Third level</a:t>
            </a:r>
            <a:endParaRPr/>
          </a:p>
          <a:p>
            <a:pPr lvl="3">
              <a:defRPr/>
            </a:pPr>
            <a:r>
              <a:rPr/>
              <a:t>Fourth level</a:t>
            </a:r>
            <a:endParaRPr/>
          </a:p>
          <a:p>
            <a:pPr lvl="4">
              <a:defRPr/>
            </a:pPr>
            <a:r>
              <a:rPr/>
              <a:t>Fifth level</a:t>
            </a:r>
            <a:endParaRPr/>
          </a:p>
        </p:txBody>
      </p:sp>
      <p:sp>
        <p:nvSpPr>
          <p:cNvPr id="821276261" name="Date Placeholder 4"/>
          <p:cNvSpPr>
            <a:spLocks noGrp="1"/>
          </p:cNvSpPr>
          <p:nvPr>
            <p:ph type="dt" sz="half" idx="10"/>
          </p:nvPr>
        </p:nvSpPr>
        <p:spPr bwMode="auto"/>
        <p:txBody>
          <a:bodyPr/>
          <a:lstStyle/>
          <a:p>
            <a:pPr>
              <a:defRPr/>
            </a:pPr>
            <a:fld id="{A69D51E0-3758-456B-809F-07B187805C7D}" type="datetimeFigureOut">
              <a:rPr/>
              <a:t>22.10.2013</a:t>
            </a:fld>
            <a:endParaRPr/>
          </a:p>
        </p:txBody>
      </p:sp>
      <p:sp>
        <p:nvSpPr>
          <p:cNvPr id="1100176858" name="Footer Placeholder 5"/>
          <p:cNvSpPr>
            <a:spLocks noGrp="1"/>
          </p:cNvSpPr>
          <p:nvPr>
            <p:ph type="ftr" sz="quarter" idx="1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537488479" name="Slide Number Placeholder 6"/>
          <p:cNvSpPr>
            <a:spLocks noGrp="1"/>
          </p:cNvSpPr>
          <p:nvPr>
            <p:ph type="sldNum" sz="quarter" idx="12"/>
          </p:nvPr>
        </p:nvSpPr>
        <p:spPr bwMode="auto"/>
        <p:txBody>
          <a:bodyPr/>
          <a:lstStyle/>
          <a:p>
            <a:pPr>
              <a:defRPr/>
            </a:pPr>
            <a:fld id="{4D3B38E7-149F-4D77-9EEF-9309C2CB69A9}" type="slidenum">
              <a:rPr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matchingName="" preserve="1" showMasterPhAnim="0" showMasterSp="1" type="twoTxTwoObj" userDrawn="1">
  <p:cSld name="Comparison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57267690" name="Title 1"/>
          <p:cNvSpPr>
            <a:spLocks noGrp="1"/>
          </p:cNvSpPr>
          <p:nvPr>
            <p:ph type="title"/>
          </p:nvPr>
        </p:nvSpPr>
        <p:spPr bwMode="auto"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/>
              <a:t>Click to edit Master title style</a:t>
            </a:r>
            <a:endParaRPr/>
          </a:p>
        </p:txBody>
      </p:sp>
      <p:sp>
        <p:nvSpPr>
          <p:cNvPr id="2036815840" name="Text Placeholder 2"/>
          <p:cNvSpPr>
            <a:spLocks noGrp="1"/>
          </p:cNvSpPr>
          <p:nvPr>
            <p:ph type="body" idx="1"/>
          </p:nvPr>
        </p:nvSpPr>
        <p:spPr bwMode="auto">
          <a:xfrm>
            <a:off x="609599" y="1535113"/>
            <a:ext cx="5386917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>
              <a:defRPr/>
            </a:pPr>
            <a:r>
              <a:rPr/>
              <a:t>Click to edit Master text styles</a:t>
            </a:r>
            <a:endParaRPr/>
          </a:p>
        </p:txBody>
      </p:sp>
      <p:sp>
        <p:nvSpPr>
          <p:cNvPr id="1873667013" name="Content Placeholder 3"/>
          <p:cNvSpPr>
            <a:spLocks noGrp="1"/>
          </p:cNvSpPr>
          <p:nvPr>
            <p:ph sz="half" idx="2"/>
          </p:nvPr>
        </p:nvSpPr>
        <p:spPr bwMode="auto">
          <a:xfrm>
            <a:off x="609599" y="2174874"/>
            <a:ext cx="5386917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>
              <a:defRPr/>
            </a:pPr>
            <a:r>
              <a:rPr/>
              <a:t>Click to edit Master text styles</a:t>
            </a:r>
            <a:endParaRPr/>
          </a:p>
          <a:p>
            <a:pPr lvl="1">
              <a:defRPr/>
            </a:pPr>
            <a:r>
              <a:rPr/>
              <a:t>Second level</a:t>
            </a:r>
            <a:endParaRPr/>
          </a:p>
          <a:p>
            <a:pPr lvl="2">
              <a:defRPr/>
            </a:pPr>
            <a:r>
              <a:rPr/>
              <a:t>Third level</a:t>
            </a:r>
            <a:endParaRPr/>
          </a:p>
          <a:p>
            <a:pPr lvl="3">
              <a:defRPr/>
            </a:pPr>
            <a:r>
              <a:rPr/>
              <a:t>Fourth level</a:t>
            </a:r>
            <a:endParaRPr/>
          </a:p>
          <a:p>
            <a:pPr lvl="4">
              <a:defRPr/>
            </a:pPr>
            <a:r>
              <a:rPr/>
              <a:t>Fifth level</a:t>
            </a:r>
            <a:endParaRPr/>
          </a:p>
        </p:txBody>
      </p:sp>
      <p:sp>
        <p:nvSpPr>
          <p:cNvPr id="1442158485" name="Text Placeholder 4"/>
          <p:cNvSpPr>
            <a:spLocks noGrp="1"/>
          </p:cNvSpPr>
          <p:nvPr>
            <p:ph type="body" sz="quarter" idx="3"/>
          </p:nvPr>
        </p:nvSpPr>
        <p:spPr bwMode="auto">
          <a:xfrm>
            <a:off x="6193370" y="1535113"/>
            <a:ext cx="5389033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>
              <a:defRPr/>
            </a:pPr>
            <a:r>
              <a:rPr/>
              <a:t>Click to edit Master text styles</a:t>
            </a:r>
            <a:endParaRPr/>
          </a:p>
        </p:txBody>
      </p:sp>
      <p:sp>
        <p:nvSpPr>
          <p:cNvPr id="427888951" name="Content Placeholder 5"/>
          <p:cNvSpPr>
            <a:spLocks noGrp="1"/>
          </p:cNvSpPr>
          <p:nvPr>
            <p:ph sz="quarter" idx="4"/>
          </p:nvPr>
        </p:nvSpPr>
        <p:spPr bwMode="auto">
          <a:xfrm>
            <a:off x="6193370" y="2174874"/>
            <a:ext cx="5389033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>
              <a:defRPr/>
            </a:pPr>
            <a:r>
              <a:rPr/>
              <a:t>Click to edit Master text styles</a:t>
            </a:r>
            <a:endParaRPr/>
          </a:p>
          <a:p>
            <a:pPr lvl="1">
              <a:defRPr/>
            </a:pPr>
            <a:r>
              <a:rPr/>
              <a:t>Second level</a:t>
            </a:r>
            <a:endParaRPr/>
          </a:p>
          <a:p>
            <a:pPr lvl="2">
              <a:defRPr/>
            </a:pPr>
            <a:r>
              <a:rPr/>
              <a:t>Third level</a:t>
            </a:r>
            <a:endParaRPr/>
          </a:p>
          <a:p>
            <a:pPr lvl="3">
              <a:defRPr/>
            </a:pPr>
            <a:r>
              <a:rPr/>
              <a:t>Fourth level</a:t>
            </a:r>
            <a:endParaRPr/>
          </a:p>
          <a:p>
            <a:pPr lvl="4">
              <a:defRPr/>
            </a:pPr>
            <a:r>
              <a:rPr/>
              <a:t>Fifth level</a:t>
            </a:r>
            <a:endParaRPr/>
          </a:p>
        </p:txBody>
      </p:sp>
      <p:sp>
        <p:nvSpPr>
          <p:cNvPr id="425095284" name="Date Placeholder 6"/>
          <p:cNvSpPr>
            <a:spLocks noGrp="1"/>
          </p:cNvSpPr>
          <p:nvPr>
            <p:ph type="dt" sz="half" idx="10"/>
          </p:nvPr>
        </p:nvSpPr>
        <p:spPr bwMode="auto"/>
        <p:txBody>
          <a:bodyPr/>
          <a:lstStyle/>
          <a:p>
            <a:pPr>
              <a:defRPr/>
            </a:pPr>
            <a:fld id="{A69D51E0-3758-456B-809F-07B187805C7D}" type="datetimeFigureOut">
              <a:rPr/>
              <a:t>22.10.2013</a:t>
            </a:fld>
            <a:endParaRPr/>
          </a:p>
        </p:txBody>
      </p:sp>
      <p:sp>
        <p:nvSpPr>
          <p:cNvPr id="1195526969" name="Footer Placeholder 7"/>
          <p:cNvSpPr>
            <a:spLocks noGrp="1"/>
          </p:cNvSpPr>
          <p:nvPr>
            <p:ph type="ftr" sz="quarter" idx="1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648906314" name="Slide Number Placeholder 8"/>
          <p:cNvSpPr>
            <a:spLocks noGrp="1"/>
          </p:cNvSpPr>
          <p:nvPr>
            <p:ph type="sldNum" sz="quarter" idx="12"/>
          </p:nvPr>
        </p:nvSpPr>
        <p:spPr bwMode="auto"/>
        <p:txBody>
          <a:bodyPr/>
          <a:lstStyle/>
          <a:p>
            <a:pPr>
              <a:defRPr/>
            </a:pPr>
            <a:fld id="{4D3B38E7-149F-4D77-9EEF-9309C2CB69A9}" type="slidenum">
              <a:rPr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matchingName="" preserve="1" showMasterPhAnim="0" showMasterSp="1" type="titleOnly" userDrawn="1">
  <p:cSld name="Title Only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750606205" name="Title 1"/>
          <p:cNvSpPr>
            <a:spLocks noGrp="1"/>
          </p:cNvSpPr>
          <p:nvPr>
            <p:ph type="title"/>
          </p:nvPr>
        </p:nvSpPr>
        <p:spPr bwMode="auto"/>
        <p:txBody>
          <a:bodyPr/>
          <a:lstStyle/>
          <a:p>
            <a:pPr>
              <a:defRPr/>
            </a:pPr>
            <a:r>
              <a:rPr/>
              <a:t>Click to edit Master title style</a:t>
            </a:r>
            <a:endParaRPr/>
          </a:p>
        </p:txBody>
      </p:sp>
      <p:sp>
        <p:nvSpPr>
          <p:cNvPr id="2069538973" name="Date Placeholder 2"/>
          <p:cNvSpPr>
            <a:spLocks noGrp="1"/>
          </p:cNvSpPr>
          <p:nvPr>
            <p:ph type="dt" sz="half" idx="10"/>
          </p:nvPr>
        </p:nvSpPr>
        <p:spPr bwMode="auto"/>
        <p:txBody>
          <a:bodyPr/>
          <a:lstStyle/>
          <a:p>
            <a:pPr>
              <a:defRPr/>
            </a:pPr>
            <a:fld id="{A69D51E0-3758-456B-809F-07B187805C7D}" type="datetimeFigureOut">
              <a:rPr/>
              <a:t>22.10.2013</a:t>
            </a:fld>
            <a:endParaRPr/>
          </a:p>
        </p:txBody>
      </p:sp>
      <p:sp>
        <p:nvSpPr>
          <p:cNvPr id="1904929802" name="Footer Placeholder 3"/>
          <p:cNvSpPr>
            <a:spLocks noGrp="1"/>
          </p:cNvSpPr>
          <p:nvPr>
            <p:ph type="ftr" sz="quarter" idx="1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712438233" name="Slide Number Placeholder 4"/>
          <p:cNvSpPr>
            <a:spLocks noGrp="1"/>
          </p:cNvSpPr>
          <p:nvPr>
            <p:ph type="sldNum" sz="quarter" idx="12"/>
          </p:nvPr>
        </p:nvSpPr>
        <p:spPr bwMode="auto"/>
        <p:txBody>
          <a:bodyPr/>
          <a:lstStyle/>
          <a:p>
            <a:pPr>
              <a:defRPr/>
            </a:pPr>
            <a:fld id="{4D3B38E7-149F-4D77-9EEF-9309C2CB69A9}" type="slidenum">
              <a:rPr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matchingName="" preserve="1" showMasterPhAnim="0" showMasterSp="1" type="blank" userDrawn="1">
  <p:cSld name="Blank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363667101" name="Date Placeholder 1"/>
          <p:cNvSpPr>
            <a:spLocks noGrp="1"/>
          </p:cNvSpPr>
          <p:nvPr>
            <p:ph type="dt" sz="half" idx="10"/>
          </p:nvPr>
        </p:nvSpPr>
        <p:spPr bwMode="auto"/>
        <p:txBody>
          <a:bodyPr/>
          <a:lstStyle/>
          <a:p>
            <a:pPr>
              <a:defRPr/>
            </a:pPr>
            <a:fld id="{A69D51E0-3758-456B-809F-07B187805C7D}" type="datetimeFigureOut">
              <a:rPr/>
              <a:t>22.10.2013</a:t>
            </a:fld>
            <a:endParaRPr/>
          </a:p>
        </p:txBody>
      </p:sp>
      <p:sp>
        <p:nvSpPr>
          <p:cNvPr id="1927892652" name="Footer Placeholder 2"/>
          <p:cNvSpPr>
            <a:spLocks noGrp="1"/>
          </p:cNvSpPr>
          <p:nvPr>
            <p:ph type="ftr" sz="quarter" idx="1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290921535" name="Slide Number Placeholder 3"/>
          <p:cNvSpPr>
            <a:spLocks noGrp="1"/>
          </p:cNvSpPr>
          <p:nvPr>
            <p:ph type="sldNum" sz="quarter" idx="12"/>
          </p:nvPr>
        </p:nvSpPr>
        <p:spPr bwMode="auto"/>
        <p:txBody>
          <a:bodyPr/>
          <a:lstStyle/>
          <a:p>
            <a:pPr>
              <a:defRPr/>
            </a:pPr>
            <a:fld id="{4D3B38E7-149F-4D77-9EEF-9309C2CB69A9}" type="slidenum">
              <a:rPr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matchingName="" preserve="1" showMasterPhAnim="0" showMasterSp="1" type="objTx" userDrawn="1">
  <p:cSld name="Content with Caption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963063699" name="Title 1"/>
          <p:cNvSpPr>
            <a:spLocks noGrp="1"/>
          </p:cNvSpPr>
          <p:nvPr>
            <p:ph type="title"/>
          </p:nvPr>
        </p:nvSpPr>
        <p:spPr bwMode="auto">
          <a:xfrm>
            <a:off x="609603" y="273049"/>
            <a:ext cx="4011084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pPr>
              <a:defRPr/>
            </a:pPr>
            <a:r>
              <a:rPr/>
              <a:t>Click to edit Master title style</a:t>
            </a:r>
            <a:endParaRPr/>
          </a:p>
        </p:txBody>
      </p:sp>
      <p:sp>
        <p:nvSpPr>
          <p:cNvPr id="1914567892" name="Content Placeholder 2"/>
          <p:cNvSpPr>
            <a:spLocks noGrp="1"/>
          </p:cNvSpPr>
          <p:nvPr>
            <p:ph idx="1"/>
          </p:nvPr>
        </p:nvSpPr>
        <p:spPr bwMode="auto">
          <a:xfrm>
            <a:off x="4766732" y="273051"/>
            <a:ext cx="6815666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>
              <a:defRPr/>
            </a:pPr>
            <a:r>
              <a:rPr/>
              <a:t>Click to edit Master text styles</a:t>
            </a:r>
            <a:endParaRPr/>
          </a:p>
          <a:p>
            <a:pPr lvl="1">
              <a:defRPr/>
            </a:pPr>
            <a:r>
              <a:rPr/>
              <a:t>Second level</a:t>
            </a:r>
            <a:endParaRPr/>
          </a:p>
          <a:p>
            <a:pPr lvl="2">
              <a:defRPr/>
            </a:pPr>
            <a:r>
              <a:rPr/>
              <a:t>Third level</a:t>
            </a:r>
            <a:endParaRPr/>
          </a:p>
          <a:p>
            <a:pPr lvl="3">
              <a:defRPr/>
            </a:pPr>
            <a:r>
              <a:rPr/>
              <a:t>Fourth level</a:t>
            </a:r>
            <a:endParaRPr/>
          </a:p>
          <a:p>
            <a:pPr lvl="4">
              <a:defRPr/>
            </a:pPr>
            <a:r>
              <a:rPr/>
              <a:t>Fifth level</a:t>
            </a:r>
            <a:endParaRPr/>
          </a:p>
        </p:txBody>
      </p:sp>
      <p:sp>
        <p:nvSpPr>
          <p:cNvPr id="1055886028" name="Text Placeholder 3"/>
          <p:cNvSpPr>
            <a:spLocks noGrp="1"/>
          </p:cNvSpPr>
          <p:nvPr>
            <p:ph type="body" sz="half" idx="2"/>
          </p:nvPr>
        </p:nvSpPr>
        <p:spPr bwMode="auto">
          <a:xfrm>
            <a:off x="609603" y="1435102"/>
            <a:ext cx="4011084" cy="46910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>
              <a:defRPr/>
            </a:pPr>
            <a:r>
              <a:rPr/>
              <a:t>Click to edit Master text styles</a:t>
            </a:r>
            <a:endParaRPr/>
          </a:p>
        </p:txBody>
      </p:sp>
      <p:sp>
        <p:nvSpPr>
          <p:cNvPr id="1213559304" name="Date Placeholder 4"/>
          <p:cNvSpPr>
            <a:spLocks noGrp="1"/>
          </p:cNvSpPr>
          <p:nvPr>
            <p:ph type="dt" sz="half" idx="10"/>
          </p:nvPr>
        </p:nvSpPr>
        <p:spPr bwMode="auto"/>
        <p:txBody>
          <a:bodyPr/>
          <a:lstStyle/>
          <a:p>
            <a:pPr>
              <a:defRPr/>
            </a:pPr>
            <a:fld id="{A69D51E0-3758-456B-809F-07B187805C7D}" type="datetimeFigureOut">
              <a:rPr/>
              <a:t>22.10.2013</a:t>
            </a:fld>
            <a:endParaRPr/>
          </a:p>
        </p:txBody>
      </p:sp>
      <p:sp>
        <p:nvSpPr>
          <p:cNvPr id="514917533" name="Footer Placeholder 5"/>
          <p:cNvSpPr>
            <a:spLocks noGrp="1"/>
          </p:cNvSpPr>
          <p:nvPr>
            <p:ph type="ftr" sz="quarter" idx="1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161516751" name="Slide Number Placeholder 6"/>
          <p:cNvSpPr>
            <a:spLocks noGrp="1"/>
          </p:cNvSpPr>
          <p:nvPr>
            <p:ph type="sldNum" sz="quarter" idx="12"/>
          </p:nvPr>
        </p:nvSpPr>
        <p:spPr bwMode="auto"/>
        <p:txBody>
          <a:bodyPr/>
          <a:lstStyle/>
          <a:p>
            <a:pPr>
              <a:defRPr/>
            </a:pPr>
            <a:fld id="{4D3B38E7-149F-4D77-9EEF-9309C2CB69A9}" type="slidenum">
              <a:rPr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matchingName="" preserve="1" showMasterPhAnim="0" showMasterSp="1" type="picTx" userDrawn="1">
  <p:cSld name="Picture with Caption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644432009" name="Title 1"/>
          <p:cNvSpPr>
            <a:spLocks noGrp="1"/>
          </p:cNvSpPr>
          <p:nvPr>
            <p:ph type="title"/>
          </p:nvPr>
        </p:nvSpPr>
        <p:spPr bwMode="auto">
          <a:xfrm>
            <a:off x="2389717" y="4800601"/>
            <a:ext cx="73152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pPr>
              <a:defRPr/>
            </a:pPr>
            <a:r>
              <a:rPr/>
              <a:t>Click to edit Master title style</a:t>
            </a:r>
            <a:endParaRPr/>
          </a:p>
        </p:txBody>
      </p:sp>
      <p:sp>
        <p:nvSpPr>
          <p:cNvPr id="1104205388" name="Picture Placeholder 2"/>
          <p:cNvSpPr>
            <a:spLocks noGrp="1"/>
          </p:cNvSpPr>
          <p:nvPr>
            <p:ph type="pic" idx="1"/>
          </p:nvPr>
        </p:nvSpPr>
        <p:spPr bwMode="auto">
          <a:xfrm>
            <a:off x="2389717" y="612774"/>
            <a:ext cx="7315200" cy="4114799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>
              <a:defRPr/>
            </a:pPr>
            <a:endParaRPr/>
          </a:p>
        </p:txBody>
      </p:sp>
      <p:sp>
        <p:nvSpPr>
          <p:cNvPr id="1629789957" name="Text Placeholder 3"/>
          <p:cNvSpPr>
            <a:spLocks noGrp="1"/>
          </p:cNvSpPr>
          <p:nvPr>
            <p:ph type="body" sz="half" idx="2"/>
          </p:nvPr>
        </p:nvSpPr>
        <p:spPr bwMode="auto">
          <a:xfrm>
            <a:off x="2389717" y="5367338"/>
            <a:ext cx="73152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>
              <a:defRPr/>
            </a:pPr>
            <a:r>
              <a:rPr/>
              <a:t>Click to edit Master text styles</a:t>
            </a:r>
            <a:endParaRPr/>
          </a:p>
        </p:txBody>
      </p:sp>
      <p:sp>
        <p:nvSpPr>
          <p:cNvPr id="419552643" name="Date Placeholder 4"/>
          <p:cNvSpPr>
            <a:spLocks noGrp="1"/>
          </p:cNvSpPr>
          <p:nvPr>
            <p:ph type="dt" sz="half" idx="10"/>
          </p:nvPr>
        </p:nvSpPr>
        <p:spPr bwMode="auto"/>
        <p:txBody>
          <a:bodyPr/>
          <a:lstStyle/>
          <a:p>
            <a:pPr>
              <a:defRPr/>
            </a:pPr>
            <a:fld id="{A69D51E0-3758-456B-809F-07B187805C7D}" type="datetimeFigureOut">
              <a:rPr/>
              <a:t>22.10.2013</a:t>
            </a:fld>
            <a:endParaRPr/>
          </a:p>
        </p:txBody>
      </p:sp>
      <p:sp>
        <p:nvSpPr>
          <p:cNvPr id="65845613" name="Footer Placeholder 5"/>
          <p:cNvSpPr>
            <a:spLocks noGrp="1"/>
          </p:cNvSpPr>
          <p:nvPr>
            <p:ph type="ftr" sz="quarter" idx="1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809500205" name="Slide Number Placeholder 6"/>
          <p:cNvSpPr>
            <a:spLocks noGrp="1"/>
          </p:cNvSpPr>
          <p:nvPr>
            <p:ph type="sldNum" sz="quarter" idx="12"/>
          </p:nvPr>
        </p:nvSpPr>
        <p:spPr bwMode="auto"/>
        <p:txBody>
          <a:bodyPr/>
          <a:lstStyle/>
          <a:p>
            <a:pPr>
              <a:defRPr/>
            </a:pPr>
            <a:fld id="{4D3B38E7-149F-4D77-9EEF-9309C2CB69A9}" type="slidenum">
              <a:rPr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matchingName="" preserve="1" showMasterPhAnim="0" showMasterSp="1" type="vertTx" userDrawn="1">
  <p:cSld name="Title and Vertical Text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770078176" name="Title 1"/>
          <p:cNvSpPr>
            <a:spLocks noGrp="1"/>
          </p:cNvSpPr>
          <p:nvPr>
            <p:ph type="title"/>
          </p:nvPr>
        </p:nvSpPr>
        <p:spPr bwMode="auto"/>
        <p:txBody>
          <a:bodyPr/>
          <a:lstStyle/>
          <a:p>
            <a:pPr>
              <a:defRPr/>
            </a:pPr>
            <a:r>
              <a:rPr/>
              <a:t>Click to edit Master title style</a:t>
            </a:r>
            <a:endParaRPr/>
          </a:p>
        </p:txBody>
      </p:sp>
      <p:sp>
        <p:nvSpPr>
          <p:cNvPr id="720849689" name="Vertical Text Placeholder 2"/>
          <p:cNvSpPr>
            <a:spLocks noGrp="1"/>
          </p:cNvSpPr>
          <p:nvPr>
            <p:ph type="body" orient="vert" idx="1"/>
          </p:nvPr>
        </p:nvSpPr>
        <p:spPr bwMode="auto"/>
        <p:txBody>
          <a:bodyPr vert="eaVert"/>
          <a:lstStyle/>
          <a:p>
            <a:pPr lvl="0">
              <a:defRPr/>
            </a:pPr>
            <a:r>
              <a:rPr/>
              <a:t>Click to edit Master text styles</a:t>
            </a:r>
            <a:endParaRPr/>
          </a:p>
          <a:p>
            <a:pPr lvl="1">
              <a:defRPr/>
            </a:pPr>
            <a:r>
              <a:rPr/>
              <a:t>Second level</a:t>
            </a:r>
            <a:endParaRPr/>
          </a:p>
          <a:p>
            <a:pPr lvl="2">
              <a:defRPr/>
            </a:pPr>
            <a:r>
              <a:rPr/>
              <a:t>Third level</a:t>
            </a:r>
            <a:endParaRPr/>
          </a:p>
          <a:p>
            <a:pPr lvl="3">
              <a:defRPr/>
            </a:pPr>
            <a:r>
              <a:rPr/>
              <a:t>Fourth level</a:t>
            </a:r>
            <a:endParaRPr/>
          </a:p>
          <a:p>
            <a:pPr lvl="4">
              <a:defRPr/>
            </a:pPr>
            <a:r>
              <a:rPr/>
              <a:t>Fifth level</a:t>
            </a:r>
            <a:endParaRPr/>
          </a:p>
        </p:txBody>
      </p:sp>
      <p:sp>
        <p:nvSpPr>
          <p:cNvPr id="520272587" name="Date Placeholder 3"/>
          <p:cNvSpPr>
            <a:spLocks noGrp="1"/>
          </p:cNvSpPr>
          <p:nvPr>
            <p:ph type="dt" sz="half" idx="10"/>
          </p:nvPr>
        </p:nvSpPr>
        <p:spPr bwMode="auto"/>
        <p:txBody>
          <a:bodyPr/>
          <a:lstStyle/>
          <a:p>
            <a:pPr>
              <a:defRPr/>
            </a:pPr>
            <a:fld id="{A69D51E0-3758-456B-809F-07B187805C7D}" type="datetimeFigureOut">
              <a:rPr/>
              <a:t>22.10.2013</a:t>
            </a:fld>
            <a:endParaRPr/>
          </a:p>
        </p:txBody>
      </p:sp>
      <p:sp>
        <p:nvSpPr>
          <p:cNvPr id="234209521" name="Footer Placeholder 4"/>
          <p:cNvSpPr>
            <a:spLocks noGrp="1"/>
          </p:cNvSpPr>
          <p:nvPr>
            <p:ph type="ftr" sz="quarter" idx="1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78440087" name="Slide Number Placeholder 5"/>
          <p:cNvSpPr>
            <a:spLocks noGrp="1"/>
          </p:cNvSpPr>
          <p:nvPr>
            <p:ph type="sldNum" sz="quarter" idx="12"/>
          </p:nvPr>
        </p:nvSpPr>
        <p:spPr bwMode="auto"/>
        <p:txBody>
          <a:bodyPr/>
          <a:lstStyle/>
          <a:p>
            <a:pPr>
              <a:defRPr/>
            </a:pPr>
            <a:fld id="{4D3B38E7-149F-4D77-9EEF-9309C2CB69A9}" type="slidenum">
              <a:rPr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matchingName="" preserve="1" showMasterPhAnim="0" showMasterSp="1" type="vertTitleAndTx" userDrawn="1">
  <p:cSld name="Vertical Title and Text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94583915" name="Vertical Title 1"/>
          <p:cNvSpPr>
            <a:spLocks noGrp="1"/>
          </p:cNvSpPr>
          <p:nvPr>
            <p:ph type="title" orient="vert"/>
          </p:nvPr>
        </p:nvSpPr>
        <p:spPr bwMode="auto">
          <a:xfrm>
            <a:off x="8839199" y="274639"/>
            <a:ext cx="2743200" cy="5851525"/>
          </a:xfrm>
        </p:spPr>
        <p:txBody>
          <a:bodyPr vert="eaVert"/>
          <a:lstStyle>
            <a:lvl1pPr algn="ctr">
              <a:defRPr/>
            </a:lvl1pPr>
          </a:lstStyle>
          <a:p>
            <a:pPr>
              <a:defRPr/>
            </a:pPr>
            <a:r>
              <a:rPr/>
              <a:t>Click to edit Master title style</a:t>
            </a:r>
            <a:endParaRPr/>
          </a:p>
        </p:txBody>
      </p:sp>
      <p:sp>
        <p:nvSpPr>
          <p:cNvPr id="1622034074" name="Vertical Text Placeholder 2"/>
          <p:cNvSpPr>
            <a:spLocks noGrp="1"/>
          </p:cNvSpPr>
          <p:nvPr>
            <p:ph type="body" orient="vert" idx="1"/>
          </p:nvPr>
        </p:nvSpPr>
        <p:spPr bwMode="auto">
          <a:xfrm>
            <a:off x="609599" y="274639"/>
            <a:ext cx="8026399" cy="5851525"/>
          </a:xfrm>
        </p:spPr>
        <p:txBody>
          <a:bodyPr vert="eaVert"/>
          <a:lstStyle/>
          <a:p>
            <a:pPr lvl="0">
              <a:defRPr/>
            </a:pPr>
            <a:r>
              <a:rPr/>
              <a:t>Click to edit Master text styles</a:t>
            </a:r>
            <a:endParaRPr/>
          </a:p>
          <a:p>
            <a:pPr lvl="1">
              <a:defRPr/>
            </a:pPr>
            <a:r>
              <a:rPr/>
              <a:t>Second level</a:t>
            </a:r>
            <a:endParaRPr/>
          </a:p>
          <a:p>
            <a:pPr lvl="2">
              <a:defRPr/>
            </a:pPr>
            <a:r>
              <a:rPr/>
              <a:t>Third level</a:t>
            </a:r>
            <a:endParaRPr/>
          </a:p>
          <a:p>
            <a:pPr lvl="3">
              <a:defRPr/>
            </a:pPr>
            <a:r>
              <a:rPr/>
              <a:t>Fourth level</a:t>
            </a:r>
            <a:endParaRPr/>
          </a:p>
          <a:p>
            <a:pPr lvl="4">
              <a:defRPr/>
            </a:pPr>
            <a:r>
              <a:rPr/>
              <a:t>Fifth level</a:t>
            </a:r>
            <a:endParaRPr/>
          </a:p>
        </p:txBody>
      </p:sp>
      <p:sp>
        <p:nvSpPr>
          <p:cNvPr id="1275456085" name="Date Placeholder 3"/>
          <p:cNvSpPr>
            <a:spLocks noGrp="1"/>
          </p:cNvSpPr>
          <p:nvPr>
            <p:ph type="dt" sz="half" idx="10"/>
          </p:nvPr>
        </p:nvSpPr>
        <p:spPr bwMode="auto"/>
        <p:txBody>
          <a:bodyPr/>
          <a:lstStyle/>
          <a:p>
            <a:pPr>
              <a:defRPr/>
            </a:pPr>
            <a:fld id="{A69D51E0-3758-456B-809F-07B187805C7D}" type="datetimeFigureOut">
              <a:rPr/>
              <a:t>22.10.2013</a:t>
            </a:fld>
            <a:endParaRPr/>
          </a:p>
        </p:txBody>
      </p:sp>
      <p:sp>
        <p:nvSpPr>
          <p:cNvPr id="468646449" name="Footer Placeholder 4"/>
          <p:cNvSpPr>
            <a:spLocks noGrp="1"/>
          </p:cNvSpPr>
          <p:nvPr>
            <p:ph type="ftr" sz="quarter" idx="1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072277545" name="Slide Number Placeholder 5"/>
          <p:cNvSpPr>
            <a:spLocks noGrp="1"/>
          </p:cNvSpPr>
          <p:nvPr>
            <p:ph type="sldNum" sz="quarter" idx="12"/>
          </p:nvPr>
        </p:nvSpPr>
        <p:spPr bwMode="auto"/>
        <p:txBody>
          <a:bodyPr/>
          <a:lstStyle/>
          <a:p>
            <a:pPr>
              <a:defRPr/>
            </a:pPr>
            <a:fld id="{4D3B38E7-149F-4D77-9EEF-9309C2CB69A9}" type="slidenum">
              <a:rPr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preserve="0">
  <p:cSld name="">
    <p:bg>
      <p:bgRef idx="1001">
        <a:schemeClr val="bg1"/>
      </p:bgRef>
    </p:bg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737205246" name="Shape 1059"/>
          <p:cNvSpPr>
            <a:spLocks noChangeArrowheads="1" noGrp="1"/>
          </p:cNvSpPr>
          <p:nvPr userDrawn="1"/>
        </p:nvSpPr>
        <p:spPr bwMode="auto">
          <a:xfrm>
            <a:off x="4976706" y="2"/>
            <a:ext cx="3058159" cy="893790"/>
          </a:xfrm>
          <a:custGeom>
            <a:avLst/>
            <a:gdLst/>
            <a:ahLst/>
            <a:cxnLst/>
            <a:rect l="l" t="t" r="r" b="b"/>
            <a:pathLst>
              <a:path w="43200" h="43200" fill="norm" stroke="0" extrusionOk="0">
                <a:moveTo>
                  <a:pt x="0" y="0"/>
                </a:moveTo>
                <a:lnTo>
                  <a:pt x="0" y="0"/>
                </a:lnTo>
                <a:cubicBezTo>
                  <a:pt x="1690" y="6213"/>
                  <a:pt x="3698" y="13338"/>
                  <a:pt x="6091" y="21902"/>
                </a:cubicBezTo>
                <a:lnTo>
                  <a:pt x="6091" y="21902"/>
                </a:lnTo>
                <a:cubicBezTo>
                  <a:pt x="12043" y="43199"/>
                  <a:pt x="17573" y="35347"/>
                  <a:pt x="23417" y="30579"/>
                </a:cubicBezTo>
                <a:lnTo>
                  <a:pt x="23417" y="30579"/>
                </a:lnTo>
                <a:cubicBezTo>
                  <a:pt x="29984" y="25223"/>
                  <a:pt x="42123" y="14119"/>
                  <a:pt x="42860" y="5640"/>
                </a:cubicBezTo>
                <a:lnTo>
                  <a:pt x="42860" y="5640"/>
                </a:lnTo>
                <a:cubicBezTo>
                  <a:pt x="42960" y="4507"/>
                  <a:pt x="43072" y="2479"/>
                  <a:pt x="43200" y="0"/>
                </a:cubicBezTo>
                <a:lnTo>
                  <a:pt x="0" y="0"/>
                </a:lnTo>
                <a:close/>
              </a:path>
            </a:pathLst>
          </a:custGeom>
          <a:solidFill>
            <a:schemeClr val="bg1">
              <a:lumMod val="85000"/>
            </a:schemeClr>
          </a:solidFill>
          <a:ln w="9524">
            <a:solidFill>
              <a:srgbClr val="000000"/>
            </a:solidFill>
            <a:round/>
            <a:headEnd/>
            <a:tailEnd/>
          </a:ln>
        </p:spPr>
      </p:sp>
      <p:sp>
        <p:nvSpPr>
          <p:cNvPr id="950412818" name="Shape 1060"/>
          <p:cNvSpPr>
            <a:spLocks noChangeArrowheads="1" noGrp="1"/>
          </p:cNvSpPr>
          <p:nvPr userDrawn="1"/>
        </p:nvSpPr>
        <p:spPr bwMode="auto">
          <a:xfrm>
            <a:off x="-24679" y="1"/>
            <a:ext cx="1399539" cy="1797558"/>
          </a:xfrm>
          <a:custGeom>
            <a:avLst/>
            <a:gdLst/>
            <a:ahLst/>
            <a:cxnLst/>
            <a:rect l="l" t="t" r="r" b="b"/>
            <a:pathLst>
              <a:path w="43200" h="43200" fill="norm" stroke="0" extrusionOk="0">
                <a:moveTo>
                  <a:pt x="31743" y="2484"/>
                </a:moveTo>
                <a:lnTo>
                  <a:pt x="31743" y="2484"/>
                </a:lnTo>
                <a:cubicBezTo>
                  <a:pt x="30428" y="1799"/>
                  <a:pt x="28450" y="1080"/>
                  <a:pt x="26054" y="0"/>
                </a:cubicBezTo>
                <a:lnTo>
                  <a:pt x="0" y="0"/>
                </a:lnTo>
                <a:lnTo>
                  <a:pt x="0" y="34200"/>
                </a:lnTo>
                <a:lnTo>
                  <a:pt x="0" y="34200"/>
                </a:lnTo>
                <a:cubicBezTo>
                  <a:pt x="7029" y="37461"/>
                  <a:pt x="14504" y="41491"/>
                  <a:pt x="25070" y="40664"/>
                </a:cubicBezTo>
                <a:lnTo>
                  <a:pt x="25070" y="40664"/>
                </a:lnTo>
                <a:cubicBezTo>
                  <a:pt x="33399" y="40015"/>
                  <a:pt x="43200" y="43200"/>
                  <a:pt x="39593" y="28375"/>
                </a:cubicBezTo>
                <a:lnTo>
                  <a:pt x="39593" y="28375"/>
                </a:lnTo>
                <a:cubicBezTo>
                  <a:pt x="35986" y="13550"/>
                  <a:pt x="38530" y="6023"/>
                  <a:pt x="31743" y="2484"/>
                </a:cubicBezTo>
                <a:close/>
              </a:path>
            </a:pathLst>
          </a:custGeom>
          <a:solidFill>
            <a:schemeClr val="bg1">
              <a:lumMod val="85000"/>
            </a:schemeClr>
          </a:solidFill>
          <a:ln w="9524">
            <a:solidFill>
              <a:srgbClr val="000000"/>
            </a:solidFill>
            <a:round/>
            <a:headEnd/>
            <a:tailEnd/>
          </a:ln>
        </p:spPr>
      </p:sp>
      <p:sp>
        <p:nvSpPr>
          <p:cNvPr id="1765651437" name="Shape 1061"/>
          <p:cNvSpPr>
            <a:spLocks noChangeArrowheads="1" noGrp="1"/>
          </p:cNvSpPr>
          <p:nvPr userDrawn="1"/>
        </p:nvSpPr>
        <p:spPr bwMode="auto">
          <a:xfrm>
            <a:off x="1637457" y="1"/>
            <a:ext cx="3839633" cy="2609650"/>
          </a:xfrm>
          <a:custGeom>
            <a:avLst/>
            <a:gdLst/>
            <a:ahLst/>
            <a:cxnLst/>
            <a:rect l="l" t="t" r="r" b="b"/>
            <a:pathLst>
              <a:path w="43200" h="43200" fill="norm" stroke="0" extrusionOk="0">
                <a:moveTo>
                  <a:pt x="32864" y="0"/>
                </a:moveTo>
                <a:lnTo>
                  <a:pt x="10583" y="0"/>
                </a:lnTo>
                <a:lnTo>
                  <a:pt x="10583" y="0"/>
                </a:lnTo>
                <a:cubicBezTo>
                  <a:pt x="9017" y="532"/>
                  <a:pt x="7515" y="1058"/>
                  <a:pt x="6214" y="1509"/>
                </a:cubicBezTo>
                <a:lnTo>
                  <a:pt x="6214" y="1509"/>
                </a:lnTo>
                <a:cubicBezTo>
                  <a:pt x="1428" y="3166"/>
                  <a:pt x="0" y="6109"/>
                  <a:pt x="212" y="8072"/>
                </a:cubicBezTo>
                <a:lnTo>
                  <a:pt x="212" y="8072"/>
                </a:lnTo>
                <a:cubicBezTo>
                  <a:pt x="758" y="13092"/>
                  <a:pt x="1111" y="20742"/>
                  <a:pt x="1212" y="25114"/>
                </a:cubicBezTo>
                <a:lnTo>
                  <a:pt x="1212" y="25114"/>
                </a:lnTo>
                <a:cubicBezTo>
                  <a:pt x="1301" y="28962"/>
                  <a:pt x="4204" y="30446"/>
                  <a:pt x="6906" y="31937"/>
                </a:cubicBezTo>
                <a:lnTo>
                  <a:pt x="6906" y="31937"/>
                </a:lnTo>
                <a:cubicBezTo>
                  <a:pt x="9246" y="33229"/>
                  <a:pt x="19775" y="38395"/>
                  <a:pt x="22112" y="39685"/>
                </a:cubicBezTo>
                <a:lnTo>
                  <a:pt x="22112" y="39685"/>
                </a:lnTo>
                <a:cubicBezTo>
                  <a:pt x="22112" y="39685"/>
                  <a:pt x="27355" y="43200"/>
                  <a:pt x="30298" y="38395"/>
                </a:cubicBezTo>
                <a:lnTo>
                  <a:pt x="30298" y="38395"/>
                </a:lnTo>
                <a:cubicBezTo>
                  <a:pt x="33277" y="33533"/>
                  <a:pt x="36665" y="27667"/>
                  <a:pt x="39367" y="23576"/>
                </a:cubicBezTo>
                <a:lnTo>
                  <a:pt x="39367" y="23576"/>
                </a:lnTo>
                <a:cubicBezTo>
                  <a:pt x="41761" y="19953"/>
                  <a:pt x="43200" y="17587"/>
                  <a:pt x="40977" y="12816"/>
                </a:cubicBezTo>
                <a:lnTo>
                  <a:pt x="40977" y="12816"/>
                </a:lnTo>
                <a:cubicBezTo>
                  <a:pt x="39697" y="10062"/>
                  <a:pt x="35347" y="3936"/>
                  <a:pt x="32864" y="0"/>
                </a:cubicBezTo>
                <a:close/>
              </a:path>
            </a:pathLst>
          </a:custGeom>
          <a:solidFill>
            <a:schemeClr val="bg1">
              <a:lumMod val="85000"/>
            </a:schemeClr>
          </a:solidFill>
          <a:ln w="9524">
            <a:solidFill>
              <a:srgbClr val="000000"/>
            </a:solidFill>
            <a:round/>
            <a:headEnd/>
            <a:tailEnd/>
          </a:ln>
        </p:spPr>
      </p:sp>
      <p:sp>
        <p:nvSpPr>
          <p:cNvPr id="639188898" name="Title 1"/>
          <p:cNvSpPr>
            <a:spLocks noGrp="1"/>
          </p:cNvSpPr>
          <p:nvPr>
            <p:ph type="title"/>
          </p:nvPr>
        </p:nvSpPr>
        <p:spPr bwMode="auto">
          <a:xfrm>
            <a:off x="609599" y="274638"/>
            <a:ext cx="109728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pPr>
              <a:defRPr/>
            </a:pPr>
            <a:r>
              <a:rPr/>
              <a:t>Click to edit Master title style</a:t>
            </a:r>
            <a:endParaRPr/>
          </a:p>
        </p:txBody>
      </p:sp>
      <p:sp>
        <p:nvSpPr>
          <p:cNvPr id="942962478" name="Text Placeholder 2"/>
          <p:cNvSpPr>
            <a:spLocks noGrp="1"/>
          </p:cNvSpPr>
          <p:nvPr>
            <p:ph type="body" idx="1"/>
          </p:nvPr>
        </p:nvSpPr>
        <p:spPr bwMode="auto">
          <a:xfrm>
            <a:off x="609599" y="1600201"/>
            <a:ext cx="10972800" cy="4525962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>
              <a:defRPr/>
            </a:pPr>
            <a:r>
              <a:rPr/>
              <a:t>Click to edit Master text styles</a:t>
            </a:r>
            <a:endParaRPr/>
          </a:p>
          <a:p>
            <a:pPr lvl="1">
              <a:defRPr/>
            </a:pPr>
            <a:r>
              <a:rPr/>
              <a:t>Second level</a:t>
            </a:r>
            <a:endParaRPr/>
          </a:p>
          <a:p>
            <a:pPr lvl="2">
              <a:defRPr/>
            </a:pPr>
            <a:r>
              <a:rPr/>
              <a:t>Third level</a:t>
            </a:r>
            <a:endParaRPr/>
          </a:p>
          <a:p>
            <a:pPr lvl="3">
              <a:defRPr/>
            </a:pPr>
            <a:r>
              <a:rPr/>
              <a:t>Fourth level</a:t>
            </a:r>
            <a:endParaRPr/>
          </a:p>
          <a:p>
            <a:pPr lvl="4">
              <a:defRPr/>
            </a:pPr>
            <a:r>
              <a:rPr/>
              <a:t>Fifth level</a:t>
            </a:r>
            <a:endParaRPr/>
          </a:p>
        </p:txBody>
      </p:sp>
      <p:sp>
        <p:nvSpPr>
          <p:cNvPr id="230854045" name="Date Placeholder 3"/>
          <p:cNvSpPr>
            <a:spLocks noGrp="1"/>
          </p:cNvSpPr>
          <p:nvPr>
            <p:ph type="dt" sz="half" idx="2"/>
          </p:nvPr>
        </p:nvSpPr>
        <p:spPr bwMode="auto">
          <a:xfrm>
            <a:off x="609599" y="6356351"/>
            <a:ext cx="2844799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>
              <a:defRPr/>
            </a:pPr>
            <a:fld id="{A69D51E0-3758-456B-809F-07B187805C7D}" type="datetimeFigureOut">
              <a:rPr/>
              <a:t>22.10.2013</a:t>
            </a:fld>
            <a:endParaRPr/>
          </a:p>
        </p:txBody>
      </p:sp>
      <p:sp>
        <p:nvSpPr>
          <p:cNvPr id="1213980403" name="Footer Placeholder 4"/>
          <p:cNvSpPr>
            <a:spLocks noGrp="1"/>
          </p:cNvSpPr>
          <p:nvPr>
            <p:ph type="ftr" sz="quarter" idx="3"/>
          </p:nvPr>
        </p:nvSpPr>
        <p:spPr bwMode="auto">
          <a:xfrm>
            <a:off x="4165599" y="6356351"/>
            <a:ext cx="3860799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>
              <a:defRPr/>
            </a:pPr>
            <a:endParaRPr/>
          </a:p>
        </p:txBody>
      </p:sp>
      <p:sp>
        <p:nvSpPr>
          <p:cNvPr id="1017214304" name="Slide Number Placeholder 5"/>
          <p:cNvSpPr>
            <a:spLocks noGrp="1"/>
          </p:cNvSpPr>
          <p:nvPr>
            <p:ph type="sldNum" sz="quarter" idx="4"/>
          </p:nvPr>
        </p:nvSpPr>
        <p:spPr bwMode="auto">
          <a:xfrm>
            <a:off x="8737599" y="6356351"/>
            <a:ext cx="2844799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>
              <a:defRPr/>
            </a:pPr>
            <a:fld id="{4D3B38E7-149F-4D77-9EEF-9309C2CB69A9}" type="slidenum">
              <a:rPr/>
              <a:t>‹#›</a:t>
            </a:fld>
            <a:endParaRPr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r" defTabSz="914400" rtl="0">
        <a:spcBef>
          <a:spcPts val="0"/>
        </a:spcBef>
        <a:buNone/>
        <a:defRPr sz="4400">
          <a:solidFill>
            <a:schemeClr val="tx1">
              <a:lumMod val="65000"/>
              <a:lumOff val="35000"/>
            </a:schemeClr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>
        <a:spcBef>
          <a:spcPts val="0"/>
        </a:spcBef>
        <a:buFont typeface="Arial"/>
        <a:buChar char="•"/>
        <a:defRPr sz="3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1pPr>
      <a:lvl2pPr marL="742950" indent="-285750" algn="l" defTabSz="914400" rtl="0">
        <a:spcBef>
          <a:spcPts val="0"/>
        </a:spcBef>
        <a:buFont typeface="Arial"/>
        <a:buChar char="–"/>
        <a:defRPr sz="28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2pPr>
      <a:lvl3pPr marL="1143000" indent="-228600" algn="l" defTabSz="914400" rtl="0">
        <a:spcBef>
          <a:spcPts val="0"/>
        </a:spcBef>
        <a:buFont typeface="Arial"/>
        <a:buChar char="•"/>
        <a:defRPr sz="24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3pPr>
      <a:lvl4pPr marL="1600200" indent="-228600" algn="l" defTabSz="914400" rtl="0">
        <a:spcBef>
          <a:spcPts val="0"/>
        </a:spcBef>
        <a:buFont typeface="Arial"/>
        <a:buChar char="–"/>
        <a:defRPr sz="20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4pPr>
      <a:lvl5pPr marL="2057400" indent="-228600" algn="l" defTabSz="914400" rtl="0">
        <a:spcBef>
          <a:spcPts val="0"/>
        </a:spcBef>
        <a:buFont typeface="Arial"/>
        <a:buChar char="»"/>
        <a:defRPr sz="20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5pPr>
      <a:lvl6pPr marL="2514599" indent="-228600" algn="l" defTabSz="914400" rtl="0">
        <a:spcBef>
          <a:spcPts val="0"/>
        </a:spcBef>
        <a:buFont typeface="Arial"/>
        <a:buChar char="•"/>
        <a:defRPr sz="20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>
        <a:spcBef>
          <a:spcPts val="0"/>
        </a:spcBef>
        <a:buFont typeface="Arial"/>
        <a:buChar char="•"/>
        <a:defRPr sz="20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>
        <a:spcBef>
          <a:spcPts val="0"/>
        </a:spcBef>
        <a:buFont typeface="Arial"/>
        <a:buChar char="•"/>
        <a:defRPr sz="20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>
        <a:spcBef>
          <a:spcPts val="0"/>
        </a:spcBef>
        <a:buFont typeface="Arial"/>
        <a:buChar char="•"/>
        <a:defRPr sz="20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/>
      </a:defPPr>
      <a:lvl1pPr marL="0" algn="l" defTabSz="914400" rtl="0">
        <a:defRPr sz="18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>
        <a:defRPr sz="18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>
        <a:defRPr sz="18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>
        <a:defRPr sz="18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>
        <a:defRPr sz="18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>
        <a:defRPr sz="18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>
        <a:defRPr sz="18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>
        <a:defRPr sz="18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>
        <a:defRPr sz="18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4.xml"/><Relationship Id="rId3" Type="http://schemas.openxmlformats.org/officeDocument/2006/relationships/image" Target="../media/image1.png"/></Relationships>
</file>

<file path=ppt/slides/_rels/slide5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5.xml"/><Relationship Id="rId3" Type="http://schemas.openxmlformats.org/officeDocument/2006/relationships/image" Target="../media/image2.png"/><Relationship Id="rId4" Type="http://schemas.openxmlformats.org/officeDocument/2006/relationships/image" Target="../media/media1.svg"/><Relationship Id="rId5" Type="http://schemas.openxmlformats.org/officeDocument/2006/relationships/image" Target="../media/image3.png"/><Relationship Id="rId6" Type="http://schemas.openxmlformats.org/officeDocument/2006/relationships/image" Target="../media/media2.svg"/></Relationships>
</file>

<file path=ppt/slides/_rels/slide6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6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593886087" name="Title 1"/>
          <p:cNvSpPr>
            <a:spLocks noGrp="1"/>
          </p:cNvSpPr>
          <p:nvPr>
            <p:ph type="ctrTitle"/>
          </p:nvPr>
        </p:nvSpPr>
        <p:spPr bwMode="auto"/>
        <p:txBody>
          <a:bodyPr/>
          <a:lstStyle/>
          <a:p>
            <a:pPr>
              <a:defRPr/>
            </a:pPr>
            <a:r>
              <a:rPr lang="fr-FR"/>
              <a:t>Présentation Projet IA</a:t>
            </a:r>
            <a:endParaRPr lang="fr-FR"/>
          </a:p>
        </p:txBody>
      </p:sp>
      <p:sp>
        <p:nvSpPr>
          <p:cNvPr id="403517607" name="Subtitle 2"/>
          <p:cNvSpPr>
            <a:spLocks noGrp="1"/>
          </p:cNvSpPr>
          <p:nvPr>
            <p:ph type="subTitle" idx="1"/>
          </p:nvPr>
        </p:nvSpPr>
        <p:spPr bwMode="auto"/>
        <p:txBody>
          <a:bodyPr/>
          <a:lstStyle/>
          <a:p>
            <a:pPr>
              <a:defRPr/>
            </a:pPr>
            <a:r>
              <a:rPr lang="fr-FR"/>
              <a:t>Base du projet Fil rouge – Gestion de temps</a:t>
            </a:r>
            <a:endParaRPr lang="fr-FR"/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901905956" name="Title 1"/>
          <p:cNvSpPr>
            <a:spLocks noGrp="1"/>
          </p:cNvSpPr>
          <p:nvPr>
            <p:ph type="title"/>
          </p:nvPr>
        </p:nvSpPr>
        <p:spPr bwMode="auto"/>
        <p:txBody>
          <a:bodyPr/>
          <a:lstStyle/>
          <a:p>
            <a:pPr>
              <a:defRPr/>
            </a:pPr>
            <a:r>
              <a:rPr/>
              <a:t>Présentation du projet</a:t>
            </a:r>
            <a:endParaRPr/>
          </a:p>
        </p:txBody>
      </p:sp>
      <p:sp>
        <p:nvSpPr>
          <p:cNvPr id="197293095" name="Content Placeholder 2"/>
          <p:cNvSpPr>
            <a:spLocks noGrp="1"/>
          </p:cNvSpPr>
          <p:nvPr>
            <p:ph idx="1"/>
          </p:nvPr>
        </p:nvSpPr>
        <p:spPr bwMode="auto"/>
        <p:txBody>
          <a:bodyPr vertOverflow="overflow" horzOverflow="overflow" vert="horz" wrap="square" lIns="91440" tIns="45720" rIns="91440" bIns="45720" numCol="1" spcCol="0" rtlCol="0" fromWordArt="0" anchor="t" anchorCtr="0" forceAA="0" upright="0" compatLnSpc="0">
            <a:normAutofit fontScale="80000" lnSpcReduction="4000"/>
          </a:bodyPr>
          <a:lstStyle/>
          <a:p>
            <a:pPr>
              <a:defRPr/>
            </a:pPr>
            <a:r>
              <a:rPr lang="fr-FR" sz="3200" b="0" i="0" u="none" strike="noStrike" cap="none" spc="0">
                <a:solidFill>
                  <a:schemeClr val="tx1">
                    <a:lumMod val="75000"/>
                    <a:lumOff val="25000"/>
                  </a:schemeClr>
                </a:solidFill>
                <a:latin typeface="Arial"/>
                <a:ea typeface="Arial"/>
                <a:cs typeface="Arial"/>
              </a:rPr>
              <a:t>Projet : Outil de gestion de temps de travail. </a:t>
            </a:r>
            <a:endParaRPr lang="fr-FR" sz="3200" b="0" i="0" u="none" strike="noStrike" cap="none" spc="0">
              <a:solidFill>
                <a:schemeClr val="tx1">
                  <a:lumMod val="75000"/>
                  <a:lumOff val="25000"/>
                </a:schemeClr>
              </a:solidFill>
              <a:latin typeface="Arial"/>
              <a:ea typeface="Arial"/>
              <a:cs typeface="Arial"/>
            </a:endParaRPr>
          </a:p>
          <a:p>
            <a:pPr>
              <a:defRPr/>
            </a:pPr>
            <a:r>
              <a:rPr lang="fr-FR" sz="3200" b="0" i="0" u="none" strike="noStrike" cap="none" spc="0">
                <a:solidFill>
                  <a:schemeClr val="tx1">
                    <a:lumMod val="75000"/>
                    <a:lumOff val="25000"/>
                  </a:schemeClr>
                </a:solidFill>
                <a:latin typeface="Arial"/>
                <a:ea typeface="Arial"/>
                <a:cs typeface="Arial"/>
              </a:rPr>
              <a:t>tableau de bord</a:t>
            </a:r>
            <a:endParaRPr lang="fr-FR" sz="3200" b="0" i="0" u="none" strike="noStrike" cap="none" spc="0">
              <a:solidFill>
                <a:schemeClr val="tx1">
                  <a:lumMod val="75000"/>
                  <a:lumOff val="25000"/>
                </a:schemeClr>
              </a:solidFill>
              <a:latin typeface="Arial"/>
              <a:ea typeface="Arial"/>
              <a:cs typeface="Arial"/>
            </a:endParaRPr>
          </a:p>
          <a:p>
            <a:pPr lvl="1">
              <a:defRPr/>
            </a:pPr>
            <a:r>
              <a:rPr lang="fr-FR" sz="2800" b="0" i="0" u="none" strike="noStrike" cap="none" spc="0">
                <a:solidFill>
                  <a:schemeClr val="tx1">
                    <a:lumMod val="75000"/>
                    <a:lumOff val="25000"/>
                  </a:schemeClr>
                </a:solidFill>
                <a:latin typeface="Arial"/>
                <a:ea typeface="Arial"/>
                <a:cs typeface="Arial"/>
              </a:rPr>
              <a:t> calendrier</a:t>
            </a:r>
            <a:endParaRPr lang="fr-FR" sz="2800" b="0" i="0" u="none" strike="noStrike" cap="none" spc="0">
              <a:solidFill>
                <a:schemeClr val="tx1">
                  <a:lumMod val="75000"/>
                  <a:lumOff val="25000"/>
                </a:schemeClr>
              </a:solidFill>
              <a:latin typeface="Arial"/>
              <a:ea typeface="Arial"/>
              <a:cs typeface="Arial"/>
            </a:endParaRPr>
          </a:p>
          <a:p>
            <a:pPr lvl="1">
              <a:defRPr/>
            </a:pPr>
            <a:r>
              <a:rPr lang="fr-FR" sz="2800" b="0" i="0" u="none" strike="noStrike" cap="none" spc="0">
                <a:solidFill>
                  <a:schemeClr val="tx1">
                    <a:lumMod val="75000"/>
                    <a:lumOff val="25000"/>
                  </a:schemeClr>
                </a:solidFill>
                <a:latin typeface="Arial"/>
                <a:ea typeface="Arial"/>
                <a:cs typeface="Arial"/>
              </a:rPr>
              <a:t>retours des chiffres, </a:t>
            </a:r>
            <a:endParaRPr lang="fr-FR" sz="2800" b="0" i="0" u="none" strike="noStrike" cap="none" spc="0">
              <a:solidFill>
                <a:schemeClr val="tx1">
                  <a:lumMod val="75000"/>
                  <a:lumOff val="25000"/>
                </a:schemeClr>
              </a:solidFill>
              <a:latin typeface="Arial"/>
              <a:ea typeface="Arial"/>
              <a:cs typeface="Arial"/>
            </a:endParaRPr>
          </a:p>
          <a:p>
            <a:pPr lvl="1">
              <a:defRPr/>
            </a:pPr>
            <a:r>
              <a:rPr lang="fr-FR" sz="2800" b="0" i="0" u="none" strike="noStrike" cap="none" spc="0">
                <a:solidFill>
                  <a:schemeClr val="tx1">
                    <a:lumMod val="75000"/>
                    <a:lumOff val="25000"/>
                  </a:schemeClr>
                </a:solidFill>
                <a:latin typeface="Arial"/>
                <a:ea typeface="Arial"/>
                <a:cs typeface="Arial"/>
              </a:rPr>
              <a:t>des utilisateur pour les responsable et les employés</a:t>
            </a:r>
            <a:endParaRPr lang="fr-FR" sz="2800" b="0" i="0" u="none" strike="noStrike" cap="none" spc="0">
              <a:solidFill>
                <a:schemeClr val="tx1">
                  <a:lumMod val="75000"/>
                  <a:lumOff val="25000"/>
                </a:schemeClr>
              </a:solidFill>
              <a:latin typeface="Arial"/>
              <a:ea typeface="Arial"/>
              <a:cs typeface="Arial"/>
            </a:endParaRPr>
          </a:p>
          <a:p>
            <a:pPr lvl="1">
              <a:defRPr/>
            </a:pPr>
            <a:r>
              <a:rPr lang="fr-FR" sz="2800" b="0" i="0" u="none" strike="noStrike" cap="none" spc="0">
                <a:solidFill>
                  <a:schemeClr val="tx1">
                    <a:lumMod val="75000"/>
                    <a:lumOff val="25000"/>
                  </a:schemeClr>
                </a:solidFill>
                <a:latin typeface="Arial"/>
                <a:ea typeface="Arial"/>
                <a:cs typeface="Arial"/>
              </a:rPr>
              <a:t>gestion et création de client (des entreprises), </a:t>
            </a:r>
            <a:endParaRPr lang="fr-FR" sz="2800" b="0" i="0" u="none" strike="noStrike" cap="none" spc="0">
              <a:solidFill>
                <a:schemeClr val="tx1">
                  <a:lumMod val="75000"/>
                  <a:lumOff val="25000"/>
                </a:schemeClr>
              </a:solidFill>
              <a:latin typeface="Arial"/>
              <a:ea typeface="Arial"/>
              <a:cs typeface="Arial"/>
            </a:endParaRPr>
          </a:p>
          <a:p>
            <a:pPr lvl="1">
              <a:defRPr/>
            </a:pPr>
            <a:r>
              <a:rPr lang="fr-FR" sz="2800" b="0" i="0" u="none" strike="noStrike" cap="none" spc="0">
                <a:solidFill>
                  <a:schemeClr val="tx1">
                    <a:lumMod val="75000"/>
                    <a:lumOff val="25000"/>
                  </a:schemeClr>
                </a:solidFill>
                <a:latin typeface="Arial"/>
                <a:ea typeface="Arial"/>
                <a:cs typeface="Arial"/>
              </a:rPr>
              <a:t>la possibilité de créer/gérer des projets via un callendrier et </a:t>
            </a:r>
            <a:endParaRPr lang="fr-FR" sz="2800" b="0" i="0" u="none" strike="noStrike" cap="none" spc="0">
              <a:solidFill>
                <a:schemeClr val="tx1">
                  <a:lumMod val="75000"/>
                  <a:lumOff val="25000"/>
                </a:schemeClr>
              </a:solidFill>
              <a:latin typeface="Arial"/>
              <a:ea typeface="Arial"/>
              <a:cs typeface="Arial"/>
            </a:endParaRPr>
          </a:p>
          <a:p>
            <a:pPr lvl="1">
              <a:defRPr/>
            </a:pPr>
            <a:r>
              <a:rPr lang="fr-FR" sz="2800" b="0" i="0" u="none" strike="noStrike" cap="none" spc="0">
                <a:solidFill>
                  <a:schemeClr val="tx1">
                    <a:lumMod val="75000"/>
                    <a:lumOff val="25000"/>
                  </a:schemeClr>
                </a:solidFill>
                <a:latin typeface="Arial"/>
                <a:ea typeface="Arial"/>
                <a:cs typeface="Arial"/>
              </a:rPr>
              <a:t>créer/gérer des taches d'un projets dans un calendrier, </a:t>
            </a:r>
            <a:endParaRPr lang="fr-FR" sz="2800" b="0" i="0" u="none" strike="noStrike" cap="none" spc="0">
              <a:solidFill>
                <a:schemeClr val="tx1">
                  <a:lumMod val="75000"/>
                  <a:lumOff val="25000"/>
                </a:schemeClr>
              </a:solidFill>
              <a:latin typeface="Arial"/>
              <a:ea typeface="Arial"/>
              <a:cs typeface="Arial"/>
            </a:endParaRPr>
          </a:p>
          <a:p>
            <a:pPr lvl="1">
              <a:defRPr/>
            </a:pPr>
            <a:r>
              <a:rPr lang="fr-FR" sz="2800" b="0" i="0" u="none" strike="noStrike" cap="none" spc="0">
                <a:solidFill>
                  <a:schemeClr val="tx1">
                    <a:lumMod val="75000"/>
                    <a:lumOff val="25000"/>
                  </a:schemeClr>
                </a:solidFill>
                <a:latin typeface="Arial"/>
                <a:ea typeface="Arial"/>
                <a:cs typeface="Arial"/>
              </a:rPr>
              <a:t>page de profil</a:t>
            </a:r>
            <a:endParaRPr lang="fr-FR" sz="2800" b="0" i="0" u="none" strike="noStrike" cap="none" spc="0">
              <a:solidFill>
                <a:schemeClr val="tx1">
                  <a:lumMod val="75000"/>
                  <a:lumOff val="25000"/>
                </a:schemeClr>
              </a:solidFill>
              <a:latin typeface="Arial"/>
              <a:ea typeface="Arial"/>
              <a:cs typeface="Arial"/>
            </a:endParaRPr>
          </a:p>
          <a:p>
            <a:pPr lvl="1">
              <a:defRPr/>
            </a:pPr>
            <a:r>
              <a:rPr lang="fr-FR" sz="2800" b="0" i="0" u="none" strike="noStrike" cap="none" spc="0">
                <a:solidFill>
                  <a:schemeClr val="tx1">
                    <a:lumMod val="75000"/>
                    <a:lumOff val="25000"/>
                  </a:schemeClr>
                </a:solidFill>
                <a:latin typeface="Arial"/>
                <a:ea typeface="Arial"/>
                <a:cs typeface="Arial"/>
              </a:rPr>
              <a:t>page de Paramètre avec le choix de la couleur d'affichage (sombre/clair)</a:t>
            </a:r>
            <a:endParaRPr lang="fr-FR" sz="2800" b="0" i="0" u="none" strike="noStrike" cap="none" spc="0">
              <a:solidFill>
                <a:schemeClr val="tx1">
                  <a:lumMod val="75000"/>
                  <a:lumOff val="25000"/>
                </a:schemeClr>
              </a:solidFill>
              <a:latin typeface="Arial"/>
              <a:ea typeface="Arial"/>
              <a:cs typeface="Arial"/>
            </a:endParaRPr>
          </a:p>
          <a:p>
            <a:pPr lvl="2">
              <a:defRPr/>
            </a:pPr>
            <a:r>
              <a:rPr lang="fr-FR" sz="2400" b="0" i="0" u="none" strike="noStrike" cap="none" spc="0">
                <a:solidFill>
                  <a:schemeClr val="tx1">
                    <a:lumMod val="75000"/>
                    <a:lumOff val="25000"/>
                  </a:schemeClr>
                </a:solidFill>
                <a:latin typeface="Arial"/>
                <a:ea typeface="Arial"/>
                <a:cs typeface="Arial"/>
              </a:rPr>
              <a:t> les mentions légales, </a:t>
            </a:r>
            <a:endParaRPr lang="fr-FR" sz="2400" b="0" i="0" u="none" strike="noStrike" cap="none" spc="0">
              <a:solidFill>
                <a:schemeClr val="tx1">
                  <a:lumMod val="75000"/>
                  <a:lumOff val="25000"/>
                </a:schemeClr>
              </a:solidFill>
              <a:latin typeface="Arial"/>
              <a:ea typeface="Arial"/>
              <a:cs typeface="Arial"/>
            </a:endParaRPr>
          </a:p>
          <a:p>
            <a:pPr lvl="2">
              <a:defRPr/>
            </a:pPr>
            <a:r>
              <a:rPr lang="fr-FR" sz="2400" b="0" i="0" u="none" strike="noStrike" cap="none" spc="0">
                <a:solidFill>
                  <a:schemeClr val="tx1">
                    <a:lumMod val="75000"/>
                    <a:lumOff val="25000"/>
                  </a:schemeClr>
                </a:solidFill>
                <a:latin typeface="Arial"/>
                <a:ea typeface="Arial"/>
                <a:cs typeface="Arial"/>
              </a:rPr>
              <a:t>les conditions générales</a:t>
            </a:r>
            <a:endParaRPr lang="fr-FR" sz="2400" b="0" i="0" u="none" strike="noStrike" cap="none" spc="0">
              <a:solidFill>
                <a:schemeClr val="tx1">
                  <a:lumMod val="75000"/>
                  <a:lumOff val="25000"/>
                </a:schemeClr>
              </a:solidFill>
              <a:latin typeface="Arial"/>
              <a:ea typeface="Arial"/>
              <a:cs typeface="Arial"/>
            </a:endParaRPr>
          </a:p>
          <a:p>
            <a:pPr lvl="2">
              <a:defRPr/>
            </a:pPr>
            <a:r>
              <a:rPr lang="fr-FR" sz="2400" b="0" i="0" u="none" strike="noStrike" cap="none" spc="0">
                <a:solidFill>
                  <a:schemeClr val="tx1">
                    <a:lumMod val="75000"/>
                    <a:lumOff val="25000"/>
                  </a:schemeClr>
                </a:solidFill>
                <a:latin typeface="Arial"/>
                <a:ea typeface="Arial"/>
                <a:cs typeface="Arial"/>
              </a:rPr>
              <a:t>la politique de confidentialité.</a:t>
            </a:r>
            <a:endParaRPr/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096381438" name="Title 1"/>
          <p:cNvSpPr>
            <a:spLocks noGrp="1"/>
          </p:cNvSpPr>
          <p:nvPr>
            <p:ph type="title"/>
          </p:nvPr>
        </p:nvSpPr>
        <p:spPr bwMode="auto"/>
        <p:txBody>
          <a:bodyPr/>
          <a:lstStyle/>
          <a:p>
            <a:pPr>
              <a:defRPr/>
            </a:pPr>
            <a:r>
              <a:rPr lang="fr-FR" sz="4400" b="0" i="0" u="none" strike="noStrike" cap="none" spc="0">
                <a:solidFill>
                  <a:schemeClr val="tx1">
                    <a:lumMod val="65000"/>
                    <a:lumOff val="35000"/>
                  </a:schemeClr>
                </a:solidFill>
                <a:latin typeface="+mj-lt"/>
                <a:ea typeface="+mj-ea"/>
                <a:cs typeface="+mj-cs"/>
              </a:rPr>
              <a:t>Création UML</a:t>
            </a:r>
            <a:endParaRPr/>
          </a:p>
        </p:txBody>
      </p:sp>
      <p:sp>
        <p:nvSpPr>
          <p:cNvPr id="1923390918" name="Content Placeholder 2"/>
          <p:cNvSpPr>
            <a:spLocks noGrp="1"/>
          </p:cNvSpPr>
          <p:nvPr>
            <p:ph idx="1"/>
          </p:nvPr>
        </p:nvSpPr>
        <p:spPr bwMode="auto">
          <a:xfrm flipH="0" flipV="0">
            <a:off x="609599" y="1600201"/>
            <a:ext cx="5578763" cy="2628321"/>
          </a:xfrm>
        </p:spPr>
        <p:txBody>
          <a:bodyPr vertOverflow="overflow" horzOverflow="overflow" vert="horz" wrap="square" lIns="91440" tIns="45720" rIns="91440" bIns="45720" numCol="1" spcCol="0" rtlCol="0" fromWordArt="0" anchor="t" anchorCtr="0" forceAA="0" upright="0" compatLnSpc="0">
            <a:normAutofit/>
          </a:bodyPr>
          <a:lstStyle/>
          <a:p>
            <a:pPr>
              <a:defRPr/>
            </a:pPr>
            <a:r>
              <a:rPr/>
              <a:t>Je demande à l’IA : </a:t>
            </a:r>
            <a:endParaRPr/>
          </a:p>
          <a:p>
            <a:pPr lvl="1">
              <a:defRPr/>
            </a:pPr>
            <a:r>
              <a:rPr lang="fr-FR" sz="2400" b="0" i="0" u="none" strike="noStrike" cap="none" spc="0">
                <a:solidFill>
                  <a:schemeClr val="tx1">
                    <a:lumMod val="75000"/>
                    <a:lumOff val="25000"/>
                  </a:schemeClr>
                </a:solidFill>
                <a:latin typeface="Arial"/>
                <a:ea typeface="Arial"/>
                <a:cs typeface="Arial"/>
              </a:rPr>
              <a:t>diagramme de classes,</a:t>
            </a:r>
            <a:endParaRPr lang="fr-FR" sz="2800" b="0" i="0" u="none" strike="noStrike" cap="none" spc="0">
              <a:solidFill>
                <a:schemeClr val="tx1">
                  <a:lumMod val="75000"/>
                  <a:lumOff val="25000"/>
                </a:schemeClr>
              </a:solidFill>
              <a:latin typeface="Arial"/>
              <a:cs typeface="Arial"/>
            </a:endParaRPr>
          </a:p>
          <a:p>
            <a:pPr lvl="1">
              <a:defRPr/>
            </a:pPr>
            <a:r>
              <a:rPr lang="fr-FR" sz="2400" b="0" i="0" u="none" strike="noStrike" cap="none" spc="0">
                <a:solidFill>
                  <a:schemeClr val="tx1">
                    <a:lumMod val="75000"/>
                    <a:lumOff val="25000"/>
                  </a:schemeClr>
                </a:solidFill>
                <a:latin typeface="Arial"/>
                <a:ea typeface="Arial"/>
                <a:cs typeface="Arial"/>
              </a:rPr>
              <a:t>cas d’usage,</a:t>
            </a:r>
            <a:endParaRPr lang="fr-FR" sz="2400" b="0" i="0" u="none" strike="noStrike" cap="none" spc="0">
              <a:solidFill>
                <a:schemeClr val="tx1">
                  <a:lumMod val="75000"/>
                  <a:lumOff val="25000"/>
                </a:schemeClr>
              </a:solidFill>
              <a:latin typeface="Arial"/>
              <a:ea typeface="Arial"/>
              <a:cs typeface="Arial"/>
            </a:endParaRPr>
          </a:p>
          <a:p>
            <a:pPr lvl="1">
              <a:defRPr/>
            </a:pPr>
            <a:r>
              <a:rPr lang="fr-FR" sz="2400" b="0" i="0" u="none" strike="noStrike" cap="none" spc="0">
                <a:solidFill>
                  <a:schemeClr val="tx1">
                    <a:lumMod val="75000"/>
                    <a:lumOff val="25000"/>
                  </a:schemeClr>
                </a:solidFill>
                <a:latin typeface="Arial"/>
                <a:ea typeface="Arial"/>
                <a:cs typeface="Arial"/>
              </a:rPr>
              <a:t>séquences.</a:t>
            </a:r>
            <a:endParaRPr lang="fr-FR" sz="2400" b="0" i="0" u="none" strike="noStrike" cap="none" spc="0">
              <a:solidFill>
                <a:schemeClr val="tx1">
                  <a:lumMod val="75000"/>
                  <a:lumOff val="25000"/>
                </a:schemeClr>
              </a:solidFill>
              <a:latin typeface="Arial"/>
              <a:ea typeface="Arial"/>
              <a:cs typeface="Arial"/>
            </a:endParaRPr>
          </a:p>
          <a:p>
            <a:pPr marL="457200" lvl="1" indent="0">
              <a:buFont typeface="Arial"/>
              <a:buNone/>
              <a:defRPr/>
            </a:pPr>
            <a:endParaRPr lang="fr-FR" sz="2400" b="0" i="0" u="none" strike="noStrike" cap="none" spc="0">
              <a:solidFill>
                <a:schemeClr val="tx1">
                  <a:lumMod val="75000"/>
                  <a:lumOff val="25000"/>
                </a:schemeClr>
              </a:solidFill>
              <a:latin typeface="Arial"/>
              <a:ea typeface="Arial"/>
              <a:cs typeface="Arial"/>
            </a:endParaRPr>
          </a:p>
          <a:p>
            <a:pPr lvl="1">
              <a:defRPr/>
            </a:pPr>
            <a:endParaRPr lang="fr-FR" sz="2800" b="0" i="0" u="none" strike="noStrike" cap="none" spc="0">
              <a:solidFill>
                <a:schemeClr val="tx1">
                  <a:lumMod val="75000"/>
                  <a:lumOff val="25000"/>
                </a:schemeClr>
              </a:solidFill>
              <a:latin typeface="Arial"/>
              <a:cs typeface="Arial"/>
            </a:endParaRPr>
          </a:p>
        </p:txBody>
      </p:sp>
      <p:sp>
        <p:nvSpPr>
          <p:cNvPr id="304674904" name="Content Placeholder 2"/>
          <p:cNvSpPr>
            <a:spLocks noGrp="1"/>
          </p:cNvSpPr>
          <p:nvPr/>
        </p:nvSpPr>
        <p:spPr bwMode="auto">
          <a:xfrm flipH="0" flipV="0">
            <a:off x="6188363" y="1752600"/>
            <a:ext cx="5531749" cy="2548080"/>
          </a:xfrm>
        </p:spPr>
        <p:txBody>
          <a:bodyPr vertOverflow="overflow" horzOverflow="overflow" vert="horz" wrap="square" lIns="91440" tIns="45720" rIns="91440" bIns="45720" numCol="1" spcCol="0" rtlCol="0" fromWordArt="0" anchor="t" anchorCtr="0" forceAA="0" upright="0" compatLnSpc="0">
            <a:normAutofit/>
          </a:bodyPr>
          <a:lstStyle>
            <a:lvl1pPr marL="342900" indent="-342900" algn="l" defTabSz="914400" rtl="0">
              <a:spcBef>
                <a:spcPts val="0"/>
              </a:spcBef>
              <a:buFont typeface="Arial"/>
              <a:buChar char="•"/>
              <a:defRPr sz="3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742950" indent="-285750" algn="l" defTabSz="914400" rtl="0">
              <a:spcBef>
                <a:spcPts val="0"/>
              </a:spcBef>
              <a:buFont typeface="Arial"/>
              <a:buChar char="–"/>
              <a:defRPr sz="28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>
              <a:spcBef>
                <a:spcPts val="0"/>
              </a:spcBef>
              <a:buFont typeface="Arial"/>
              <a:buChar char="•"/>
              <a:defRPr sz="24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>
              <a:spcBef>
                <a:spcPts val="0"/>
              </a:spcBef>
              <a:buFont typeface="Arial"/>
              <a:buChar char="–"/>
              <a:defRPr sz="20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>
              <a:spcBef>
                <a:spcPts val="0"/>
              </a:spcBef>
              <a:buFont typeface="Arial"/>
              <a:buChar char="»"/>
              <a:defRPr sz="20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2514599" indent="-228600" algn="l" defTabSz="914400" rtl="0">
              <a:spcBef>
                <a:spcPts val="0"/>
              </a:spcBef>
              <a:buFont typeface="Arial"/>
              <a:buChar char="•"/>
              <a:defRPr sz="20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>
              <a:spcBef>
                <a:spcPts val="0"/>
              </a:spcBef>
              <a:buFont typeface="Arial"/>
              <a:buChar char="•"/>
              <a:defRPr sz="20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>
              <a:spcBef>
                <a:spcPts val="0"/>
              </a:spcBef>
              <a:buFont typeface="Arial"/>
              <a:buChar char="•"/>
              <a:defRPr sz="20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>
              <a:spcBef>
                <a:spcPts val="0"/>
              </a:spcBef>
              <a:buFont typeface="Arial"/>
              <a:buChar char="•"/>
              <a:defRPr sz="20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lvl="1">
              <a:buFont typeface="Arial"/>
              <a:buChar char="•"/>
              <a:defRPr/>
            </a:pPr>
            <a:r>
              <a:rPr lang="fr-FR" sz="2400" b="0" i="0" u="none" strike="noStrike" cap="none" spc="0">
                <a:solidFill>
                  <a:schemeClr val="tx1">
                    <a:lumMod val="75000"/>
                    <a:lumOff val="25000"/>
                  </a:schemeClr>
                </a:solidFill>
                <a:latin typeface="Arial"/>
                <a:ea typeface="Arial"/>
                <a:cs typeface="Arial"/>
              </a:rPr>
              <a:t>Je corrige et j’obtiens plusieurs corrections</a:t>
            </a:r>
            <a:endParaRPr lang="fr-FR" sz="2400" b="0" i="0" u="none" strike="noStrike" cap="none" spc="0">
              <a:solidFill>
                <a:schemeClr val="tx1">
                  <a:lumMod val="75000"/>
                  <a:lumOff val="25000"/>
                </a:schemeClr>
              </a:solidFill>
              <a:latin typeface="Arial"/>
              <a:ea typeface="Arial"/>
              <a:cs typeface="Arial"/>
            </a:endParaRPr>
          </a:p>
          <a:p>
            <a:pPr marL="457200" lvl="1" indent="0">
              <a:buFont typeface="Arial"/>
              <a:buNone/>
              <a:defRPr/>
            </a:pPr>
            <a:endParaRPr lang="fr-FR" sz="2400" b="0" i="0" u="none" strike="noStrike" cap="none" spc="0">
              <a:solidFill>
                <a:schemeClr val="tx1">
                  <a:lumMod val="75000"/>
                  <a:lumOff val="25000"/>
                </a:schemeClr>
              </a:solidFill>
              <a:latin typeface="Arial"/>
              <a:ea typeface="Arial"/>
              <a:cs typeface="Arial"/>
            </a:endParaRPr>
          </a:p>
          <a:p>
            <a:pPr lvl="1">
              <a:defRPr/>
            </a:pPr>
            <a:endParaRPr lang="fr-FR" sz="2800" b="0" i="0" u="none" strike="noStrike" cap="none" spc="0">
              <a:solidFill>
                <a:schemeClr val="tx1">
                  <a:lumMod val="75000"/>
                  <a:lumOff val="25000"/>
                </a:schemeClr>
              </a:solidFill>
              <a:latin typeface="Arial"/>
              <a:cs typeface="Arial"/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393758237" name="Title 1"/>
          <p:cNvSpPr>
            <a:spLocks noGrp="1"/>
          </p:cNvSpPr>
          <p:nvPr>
            <p:ph type="title"/>
          </p:nvPr>
        </p:nvSpPr>
        <p:spPr bwMode="auto"/>
        <p:txBody>
          <a:bodyPr/>
          <a:lstStyle/>
          <a:p>
            <a:pPr>
              <a:defRPr/>
            </a:pPr>
            <a:r>
              <a:rPr lang="fr-FR" sz="4400" b="0" i="0" u="none" strike="noStrike" cap="none" spc="0">
                <a:solidFill>
                  <a:schemeClr val="tx1">
                    <a:lumMod val="65000"/>
                    <a:lumOff val="35000"/>
                  </a:schemeClr>
                </a:solidFill>
                <a:latin typeface="Arial"/>
                <a:ea typeface="Arial"/>
                <a:cs typeface="Arial"/>
              </a:rPr>
              <a:t>Création UML</a:t>
            </a:r>
            <a:endParaRPr/>
          </a:p>
        </p:txBody>
      </p:sp>
      <p:pic>
        <p:nvPicPr>
          <p:cNvPr id="378443337" name=""/>
          <p:cNvPicPr>
            <a:picLocks noChangeAspect="1"/>
          </p:cNvPicPr>
          <p:nvPr/>
        </p:nvPicPr>
        <p:blipFill rotWithShape="1">
          <a:blip r:embed="rId3"/>
          <a:srcRect l="32020" t="0" r="31420" b="0"/>
          <a:stretch/>
        </p:blipFill>
        <p:spPr bwMode="auto">
          <a:xfrm rot="0" flipH="0" flipV="0">
            <a:off x="2731815" y="141635"/>
            <a:ext cx="4244431" cy="6574727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464291983" name="Title 1"/>
          <p:cNvSpPr>
            <a:spLocks noGrp="1"/>
          </p:cNvSpPr>
          <p:nvPr>
            <p:ph type="title"/>
          </p:nvPr>
        </p:nvSpPr>
        <p:spPr bwMode="auto"/>
        <p:txBody>
          <a:bodyPr/>
          <a:lstStyle/>
          <a:p>
            <a:pPr>
              <a:defRPr/>
            </a:pPr>
            <a:r>
              <a:rPr lang="fr-FR" sz="4400" b="0" i="0" u="none" strike="noStrike" cap="none" spc="0">
                <a:solidFill>
                  <a:schemeClr val="tx1">
                    <a:lumMod val="65000"/>
                    <a:lumOff val="35000"/>
                  </a:schemeClr>
                </a:solidFill>
                <a:latin typeface="+mj-lt"/>
                <a:ea typeface="+mj-ea"/>
                <a:cs typeface="+mj-cs"/>
              </a:rPr>
              <a:t>Création du wareframe</a:t>
            </a:r>
            <a:endParaRPr/>
          </a:p>
        </p:txBody>
      </p:sp>
      <p:sp>
        <p:nvSpPr>
          <p:cNvPr id="767501637" name="Content Placeholder 2"/>
          <p:cNvSpPr>
            <a:spLocks noGrp="1"/>
          </p:cNvSpPr>
          <p:nvPr>
            <p:ph idx="1"/>
          </p:nvPr>
        </p:nvSpPr>
        <p:spPr bwMode="auto">
          <a:xfrm flipH="0" flipV="0">
            <a:off x="609599" y="1600201"/>
            <a:ext cx="10972800" cy="607866"/>
          </a:xfrm>
        </p:spPr>
        <p:txBody>
          <a:bodyPr/>
          <a:lstStyle/>
          <a:p>
            <a:pPr>
              <a:defRPr/>
            </a:pPr>
            <a:r>
              <a:rPr lang="fr-FR" sz="2600" b="0" i="0" u="none" strike="noStrike" cap="none" spc="0">
                <a:solidFill>
                  <a:schemeClr val="tx1">
                    <a:lumMod val="75000"/>
                    <a:lumOff val="25000"/>
                  </a:schemeClr>
                </a:solidFill>
                <a:latin typeface="Arial"/>
                <a:ea typeface="Arial"/>
                <a:cs typeface="Arial"/>
              </a:rPr>
              <a:t>Crée un wireframe des pages et qu'elles soient responsive.</a:t>
            </a:r>
            <a:endParaRPr sz="2600"/>
          </a:p>
        </p:txBody>
      </p:sp>
      <p:pic>
        <p:nvPicPr>
          <p:cNvPr id="588387757" name=""/>
          <p:cNvPicPr>
            <a:picLocks noChangeAspect="1"/>
          </p:cNvPicPr>
          <p:nvPr/>
        </p:nvPicPr>
        <p:blipFill rotWithShape="1">
          <a:blip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/>
        </p:blipFill>
        <p:spPr bwMode="auto">
          <a:xfrm flipH="0" flipV="0">
            <a:off x="4706249" y="2180413"/>
            <a:ext cx="6529786" cy="4081116"/>
          </a:xfrm>
          <a:prstGeom prst="rect">
            <a:avLst/>
          </a:prstGeom>
        </p:spPr>
      </p:pic>
      <p:pic>
        <p:nvPicPr>
          <p:cNvPr id="1613310685" name=""/>
          <p:cNvPicPr>
            <a:picLocks noChangeAspect="1"/>
          </p:cNvPicPr>
          <p:nvPr/>
        </p:nvPicPr>
        <p:blipFill rotWithShape="1">
          <a:blip r:embed="rId5">
            <a:extLst>
              <a:ext uri="{96DAC541-7B7A-43D3-8B79-37D633B846F1}">
                <asvg:svgBlip xmlns:asvg="http://schemas.microsoft.com/office/drawing/2016/SVG/main" r:embed="rId6"/>
              </a:ext>
            </a:extLst>
          </a:blip>
          <a:stretch/>
        </p:blipFill>
        <p:spPr bwMode="auto">
          <a:xfrm flipH="0" flipV="0">
            <a:off x="997272" y="2208067"/>
            <a:ext cx="2987386" cy="3983181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013855013" name="Title 1"/>
          <p:cNvSpPr>
            <a:spLocks noGrp="1"/>
          </p:cNvSpPr>
          <p:nvPr>
            <p:ph type="title"/>
          </p:nvPr>
        </p:nvSpPr>
        <p:spPr bwMode="auto"/>
        <p:txBody>
          <a:bodyPr/>
          <a:lstStyle/>
          <a:p>
            <a:pPr>
              <a:defRPr/>
            </a:pPr>
            <a:r>
              <a:rPr/>
              <a:t>Création du front</a:t>
            </a:r>
            <a:endParaRPr/>
          </a:p>
        </p:txBody>
      </p:sp>
      <p:sp>
        <p:nvSpPr>
          <p:cNvPr id="495922995" name="Content Placeholder 2"/>
          <p:cNvSpPr>
            <a:spLocks noGrp="1"/>
          </p:cNvSpPr>
          <p:nvPr>
            <p:ph idx="1"/>
          </p:nvPr>
        </p:nvSpPr>
        <p:spPr bwMode="auto"/>
        <p:txBody>
          <a:bodyPr/>
          <a:lstStyle/>
          <a:p>
            <a:pPr>
              <a:defRPr/>
            </a:pPr>
            <a:r>
              <a:rPr/>
              <a:t>Utilisation d’un agent IA</a:t>
            </a:r>
            <a:endParaRPr/>
          </a:p>
          <a:p>
            <a:pPr>
              <a:defRPr/>
            </a:pPr>
            <a:r>
              <a:rPr/>
              <a:t>Avec correction un version simplifié de</a:t>
            </a:r>
            <a:endParaRPr/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</p:sld>
</file>

<file path=ppt/theme/_rels/theme1.xml.rels><?xml version="1.0" encoding="UTF-8" standalone="yes"?><Relationships xmlns="http://schemas.openxmlformats.org/package/2006/relationships"></Relationships>
</file>

<file path=ppt/theme/_rels/theme2.xml.rels><?xml version="1.0" encoding="UTF-8" standalone="yes"?><Relationships xmlns="http://schemas.openxmlformats.org/package/2006/relationships"></Relationships>
</file>

<file path=ppt/theme/theme1.xml><?xml version="1.0" encoding="utf-8"?>
<a:theme xmlns:a="http://schemas.openxmlformats.org/drawingml/2006/main" xmlns:r="http://schemas.openxmlformats.org/officeDocument/2006/relationships" xmlns:p="http://schemas.openxmlformats.org/presentationml/2006/main" name="Turtl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Classic 2">
      <a:majorFont>
        <a:latin typeface="Arial"/>
        <a:ea typeface="Arial"/>
        <a:cs typeface="Arial"/>
      </a:majorFont>
      <a:minorFont>
        <a:latin typeface="Arial"/>
        <a:ea typeface="Arial"/>
        <a:cs typeface="Arial"/>
      </a:minorFont>
    </a:fontScheme>
    <a:fmtScheme name="Standard">
      <a:fillStyleLst>
        <a:solidFill>
          <a:schemeClr val="phClr"/>
        </a:solidFill>
        <a:gradFill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/>
        </a:gradFill>
        <a:gradFill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/>
        </a:gradFill>
      </a:bgFillStyleLst>
    </a:fmtScheme>
  </a:themeElements>
  <a:objectDefaults/>
</a:theme>
</file>

<file path=ppt/theme/theme2.xml><?xml version="1.0" encoding="utf-8"?>
<a:theme xmlns:a="http://schemas.openxmlformats.org/drawingml/2006/main" xmlns:r="http://schemas.openxmlformats.org/officeDocument/2006/relationships" xmlns:p="http://schemas.openxmlformats.org/presentation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Arial">
      <a:majorFont>
        <a:latin typeface="Arial"/>
        <a:ea typeface="Arial"/>
        <a:cs typeface="Arial"/>
      </a:majorFont>
      <a:minorFont>
        <a:latin typeface="Arial"/>
        <a:ea typeface="Arial"/>
        <a:cs typeface="Arial"/>
      </a:minorFont>
    </a:fontScheme>
    <a:fmtScheme name="Office">
      <a:fillStyleLst>
        <a:solidFill>
          <a:schemeClr val="phClr"/>
        </a:solidFill>
        <a:gradFill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</a:theme>
</file>

<file path=docProps/app.xml><?xml version="1.0" encoding="utf-8"?>
<Properties xmlns="http://schemas.openxmlformats.org/officeDocument/2006/extended-properties" xmlns:vt="http://schemas.openxmlformats.org/officeDocument/2006/docPropsVTypes">
  <Template>Office Theme</Template>
  <TotalTime>0</TotalTime>
  <Words>0</Words>
  <Application>ONLYOFFICE/9.2.0.100</Application>
  <PresentationFormat>On-screen Show (4:3)</PresentationFormat>
  <Paragraphs>0</Paragraphs>
  <Slides>6</Slides>
  <Notes>6</Notes>
  <HiddenSlides>0</HiddenSlides>
  <MMClips>2</MMClips>
  <ScaleCrop>0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6</vt:i4>
      </vt:variant>
    </vt:vector>
  </HeadingPairs>
  <TitlesOfParts>
    <vt:vector size="7" baseType="lpstr">
      <vt:lpstr>Theme 1</vt:lpstr>
      <vt:lpstr>Slide 1</vt:lpstr>
      <vt:lpstr>Slide 2</vt:lpstr>
      <vt:lpstr>Slide 3</vt:lpstr>
      <vt:lpstr>Slide 4</vt:lpstr>
      <vt:lpstr>Slide 5</vt:lpstr>
      <vt:lpstr>Slide 6</vt:lpstr>
    </vt:vector>
  </TitlesOfParts>
  <LinksUpToDate>0</LinksUpToDate>
  <SharedDoc>0</SharedDoc>
  <HyperlinksChanged>0</HyperlinksChanged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/>
  <cp:lastModifiedBy/>
  <cp:revision>6</cp:revision>
  <dcterms:created xsi:type="dcterms:W3CDTF">2012-12-03T06:56:55Z</dcterms:created>
  <dcterms:modified xsi:type="dcterms:W3CDTF">2025-12-03T16:04:57Z</dcterms:modified>
</cp:coreProperties>
</file>